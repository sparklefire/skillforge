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70fcb6f8484814" /><Relationship Type="http://schemas.openxmlformats.org/officeDocument/2006/relationships/extended-properties" Target="/docProps/app.xml" Id="Reb5ffa3889524250" /><Relationship Type="http://schemas.openxmlformats.org/officeDocument/2006/relationships/officeDocument" Target="/ppt/presentation.xml" Id="Rcf34adf326bb46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3df76ae2324fe8"/>
  </p:sldMasterIdLst>
  <p:notesMasterIdLst>
    <p:notesMasterId xmlns:r="http://schemas.openxmlformats.org/officeDocument/2006/relationships" r:id="R145ecf5159ec4f36"/>
  </p:notesMasterIdLst>
  <p:sldIdLst>
    <p:sldId xmlns:r="http://schemas.openxmlformats.org/officeDocument/2006/relationships" id="256" r:id="R22f0e0a737954bd2"/>
    <p:sldId xmlns:r="http://schemas.openxmlformats.org/officeDocument/2006/relationships" id="257" r:id="R58062c8bb5624325"/>
    <p:sldId xmlns:r="http://schemas.openxmlformats.org/officeDocument/2006/relationships" id="258" r:id="Recad5c9fb50a40f2"/>
    <p:sldId xmlns:r="http://schemas.openxmlformats.org/officeDocument/2006/relationships" id="259" r:id="Rd2c1cb5a5d5b4525"/>
    <p:sldId xmlns:r="http://schemas.openxmlformats.org/officeDocument/2006/relationships" id="260" r:id="Re43f5cd608c34bec"/>
    <p:sldId xmlns:r="http://schemas.openxmlformats.org/officeDocument/2006/relationships" id="261" r:id="R281cb34e202a41ae"/>
    <p:sldId xmlns:r="http://schemas.openxmlformats.org/officeDocument/2006/relationships" id="262" r:id="R982e0619002e4229"/>
    <p:sldId xmlns:r="http://schemas.openxmlformats.org/officeDocument/2006/relationships" id="263" r:id="R92dfcb08b2674a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6a03e340254f07" /><Relationship Type="http://schemas.openxmlformats.org/officeDocument/2006/relationships/slideMaster" Target="/ppt/slideMasters/slideMaster1.xml" Id="Rc13df76ae2324fe8" /><Relationship Type="http://schemas.openxmlformats.org/officeDocument/2006/relationships/notesMaster" Target="/ppt/notesMasters/notesMaster1.xml" Id="R145ecf5159ec4f36" /><Relationship Type="http://schemas.openxmlformats.org/officeDocument/2006/relationships/presProps" Target="/ppt/presProps.xml" Id="Rc4babd9e3e594585" /><Relationship Type="http://schemas.openxmlformats.org/officeDocument/2006/relationships/viewProps" Target="/ppt/viewProps.xml" Id="Rb7bf9af374f046c4" /><Relationship Type="http://schemas.openxmlformats.org/officeDocument/2006/relationships/tableStyles" Target="/ppt/tableStyles.xml" Id="R1440eb0c990c4d07" /><Relationship Type="http://schemas.openxmlformats.org/officeDocument/2006/relationships/slide" Target="/ppt/slides/slide1.xml" Id="R22f0e0a737954bd2" /><Relationship Type="http://schemas.openxmlformats.org/officeDocument/2006/relationships/slide" Target="/ppt/slides/slide2.xml" Id="R58062c8bb5624325" /><Relationship Type="http://schemas.openxmlformats.org/officeDocument/2006/relationships/slide" Target="/ppt/slides/slide3.xml" Id="Recad5c9fb50a40f2" /><Relationship Type="http://schemas.openxmlformats.org/officeDocument/2006/relationships/slide" Target="/ppt/slides/slide4.xml" Id="Rd2c1cb5a5d5b4525" /><Relationship Type="http://schemas.openxmlformats.org/officeDocument/2006/relationships/slide" Target="/ppt/slides/slide5.xml" Id="Re43f5cd608c34bec" /><Relationship Type="http://schemas.openxmlformats.org/officeDocument/2006/relationships/slide" Target="/ppt/slides/slide6.xml" Id="R281cb34e202a41ae" /><Relationship Type="http://schemas.openxmlformats.org/officeDocument/2006/relationships/slide" Target="/ppt/slides/slide7.xml" Id="R982e0619002e4229" /><Relationship Type="http://schemas.openxmlformats.org/officeDocument/2006/relationships/slide" Target="/ppt/slides/slide8.xml" Id="R92dfcb08b2674a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7621f736a44d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da881901524e6e" /><Relationship Type="http://schemas.openxmlformats.org/officeDocument/2006/relationships/notesMaster" Target="/ppt/notesMasters/notesMaster1.xml" Id="R477bd4ebcb5b43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83abe08ce7474f" /><Relationship Type="http://schemas.openxmlformats.org/officeDocument/2006/relationships/notesMaster" Target="/ppt/notesMasters/notesMaster1.xml" Id="R7a515337dcfe46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b1c6dad6884b3d" /><Relationship Type="http://schemas.openxmlformats.org/officeDocument/2006/relationships/notesMaster" Target="/ppt/notesMasters/notesMaster1.xml" Id="R80f50ed43fae44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0aa3631776438d" /><Relationship Type="http://schemas.openxmlformats.org/officeDocument/2006/relationships/notesMaster" Target="/ppt/notesMasters/notesMaster1.xml" Id="R5c21e46a6be242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0fa0d498d4c20" /><Relationship Type="http://schemas.openxmlformats.org/officeDocument/2006/relationships/notesMaster" Target="/ppt/notesMasters/notesMaster1.xml" Id="R804db21e6bb241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c8b81092044855" /><Relationship Type="http://schemas.openxmlformats.org/officeDocument/2006/relationships/notesMaster" Target="/ppt/notesMasters/notesMaster1.xml" Id="R27d1afad1e8c40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1336677dc44342" /><Relationship Type="http://schemas.openxmlformats.org/officeDocument/2006/relationships/notesMaster" Target="/ppt/notesMasters/notesMaster1.xml" Id="R80540331d66546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ea27832d0a4f5c" /><Relationship Type="http://schemas.openxmlformats.org/officeDocument/2006/relationships/notesMaster" Target="/ppt/notesMasters/notesMaster1.xml" Id="Rc319074b1f7d45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大家好，我们是星星之火，参加 NVIDIA DGX SPARK 黑客松 2026。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我们想解决的不是“如何再生成一份教程”，而是如何让关键操作经验真正留在组织里。专家离开、人员换班或设备升级后，如果步骤没有证据、无法验证，也无法在发现问题后修订，培训就会失真。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SkillForge 把专家操作视频、设备手册和口述经验，转成可执行、可追溯、可验证、会自我修订的培训能力：每一步能回源，每个问题可复检，每次修改可审计。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9beebe4d740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17d3da60da4c82" /><Relationship Type="http://schemas.openxmlformats.org/officeDocument/2006/relationships/slideLayout" Target="/ppt/slideLayouts/slideLayout1.xml" Id="Rcc3b1d11371e4d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3b1d11371e4d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86fbcce364323" /><Relationship Type="http://schemas.openxmlformats.org/officeDocument/2006/relationships/image" Target="/ppt/media/image.jpeg" Id="R12b2fb90a72b432f" /><Relationship Type="http://schemas.openxmlformats.org/officeDocument/2006/relationships/notesSlide" Target="/ppt/notesSlides/notesSlide1.xml" Id="Rb4574cb6bedf4b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75b2352804371" /><Relationship Type="http://schemas.openxmlformats.org/officeDocument/2006/relationships/image" Target="/ppt/media/image2.jpeg" Id="R0d27a262ea694278" /><Relationship Type="http://schemas.openxmlformats.org/officeDocument/2006/relationships/notesSlide" Target="/ppt/notesSlides/notesSlide2.xml" Id="R9619c911912a45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de7a74610418d" /><Relationship Type="http://schemas.openxmlformats.org/officeDocument/2006/relationships/notesSlide" Target="/ppt/notesSlides/notesSlide3.xml" Id="R7a18aa31d93748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30af5c0d2400d" /><Relationship Type="http://schemas.openxmlformats.org/officeDocument/2006/relationships/image" Target="/ppt/media/image.png" Id="R28c992227c7647ee" /><Relationship Type="http://schemas.openxmlformats.org/officeDocument/2006/relationships/notesSlide" Target="/ppt/notesSlides/notesSlide4.xml" Id="R1132a91ae58f43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8767de118491a" /><Relationship Type="http://schemas.openxmlformats.org/officeDocument/2006/relationships/image" Target="/ppt/media/image3.jpeg" Id="R5b1891d41ded46ec" /><Relationship Type="http://schemas.openxmlformats.org/officeDocument/2006/relationships/notesSlide" Target="/ppt/notesSlides/notesSlide5.xml" Id="Re876277bcf0d42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0aaf028b24bd8" /><Relationship Type="http://schemas.openxmlformats.org/officeDocument/2006/relationships/image" Target="/ppt/media/image2.png" Id="Rc88bcc64b2d440f5" /><Relationship Type="http://schemas.openxmlformats.org/officeDocument/2006/relationships/notesSlide" Target="/ppt/notesSlides/notesSlide6.xml" Id="Rf575ef80420349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5e27abf1b46df" /><Relationship Type="http://schemas.openxmlformats.org/officeDocument/2006/relationships/image" Target="/ppt/media/image2.jpeg" Id="Rfd99a41d8c124d8a" /><Relationship Type="http://schemas.openxmlformats.org/officeDocument/2006/relationships/chart" Target="/ppt/slides/charts/chart1.xml" Id="Rb84b0d3b934b41c4" /><Relationship Type="http://schemas.openxmlformats.org/officeDocument/2006/relationships/notesSlide" Target="/ppt/notesSlides/notesSlide7.xml" Id="R95a0c93ddf3841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c34608b06462f" /><Relationship Type="http://schemas.openxmlformats.org/officeDocument/2006/relationships/notesSlide" Target="/ppt/notesSlides/notesSlide8.xml" Id="Reb29d887a69c4957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严重错误</c:v>
          </c:tx>
          <c:spPr>
            <a:solidFill xmlns:a="http://schemas.openxmlformats.org/drawingml/2006/main">
              <a:srgbClr val="3D8DFF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修订前</c:v>
              </c:pt>
              <c:pt idx="1">
                <c:v>修订后</c:v>
              </c:pt>
            </c:strLit>
          </c:cat>
          <c:val>
            <c:numLit>
              <c:formatCode>General</c:formatCode>
              <c:ptCount val="2"/>
              <c:pt idx="0">
                <c:v>5</c:v>
              </c:pt>
              <c:pt idx="1">
                <c:v>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7DAE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AE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0">
            <a:solidFill>
              <a:srgbClr val="F2F3F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</a:p>
        </c:txPr>
        <c:crossAx val="48650112"/>
        <c:crosses val="autoZero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2F3F5"/>
          </a:solidFill>
          <a:prstDash val="solid"/>
        </a:ln>
      </c:spPr>
    </c:plotArea>
    <c:plotVisOnly val="1"/>
  </c:chart>
  <c:spPr>
    <a:solidFill xmlns:a="http://schemas.openxmlformats.org/drawingml/2006/main">
      <a:srgbClr val="F2F3F5"/>
    </a:solidFill>
    <a:ln xmlns:a="http://schemas.openxmlformats.org/drawingml/2006/main" w="0">
      <a:solidFill>
        <a:srgbClr val="F2F3F5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N31真实案例画面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2fb90a72b432f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oundRect">
            <a:avLst>
              <a:gd name="adj" fmla="val 1875"/>
            </a:avLst>
          </a:prstGeom>
        </p:spPr>
      </p:pic>
      <p:sp>
        <p:nvSpPr>
          <p:cNvPr id="2" name="cover-white">
            <a:extLst xmlns:a="http://schemas.openxmlformats.org/drawingml/2006/main">
              <a:ext uri="{FF2B5EF4-FFF2-40B4-BE49-F238E27FC236}">
                <a16:creationId xmlns:a16="http://schemas.microsoft.com/office/drawing/2014/main" id="{9FA660F6-59B8-48B0-B312-852B1E3B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190"/>
            <a:ext cx="6524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2919BEA-4B0C-4E74-8EA2-B65860E2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AB4B31A-7C31-41BF-8557-CF53A0AC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NVIDIA DGX SPARK 黑客松 2026 · 星星之火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ADD36E2-2AE8-4386-ABB5-6314F767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533400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4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SkillForge</a:t>
            </a:r>
            <a:br/>
            <a:r>
              <a:t>匠传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6D536F3-4C31-4C26-9AD3-FE453CB9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76675"/>
            <a:ext cx="5524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不让关键操作随人员流动而失真
让专家经验成为可追溯、可验证、会自我修订的培训能力</a:t>
            </a:r>
          </a:p>
        </p:txBody>
      </p:sp>
      <p:sp>
        <p:nvSpPr>
          <p:cNvPr id="7" name="cover-chip">
            <a:extLst xmlns:a="http://schemas.openxmlformats.org/drawingml/2006/main">
              <a:ext uri="{FF2B5EF4-FFF2-40B4-BE49-F238E27FC236}">
                <a16:creationId xmlns:a16="http://schemas.microsoft.com/office/drawing/2014/main" id="{1D77EA18-4302-4B33-8483-C201146B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42481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cover-chip-text">
            <a:extLst xmlns:a="http://schemas.openxmlformats.org/drawingml/2006/main">
              <a:ext uri="{FF2B5EF4-FFF2-40B4-BE49-F238E27FC236}">
                <a16:creationId xmlns:a16="http://schemas.microsoft.com/office/drawing/2014/main" id="{AB8ACCD0-9D04-4F49-88F0-74B5E65D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3857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视频、手册、口述 → 可执行培训</a:t>
            </a:r>
          </a:p>
        </p:txBody>
      </p:sp>
      <p:sp>
        <p:nvSpPr>
          <p:cNvPr id="9" name="cover-page">
            <a:extLst xmlns:a="http://schemas.openxmlformats.org/drawingml/2006/main">
              <a:ext uri="{FF2B5EF4-FFF2-40B4-BE49-F238E27FC236}">
                <a16:creationId xmlns:a16="http://schemas.microsoft.com/office/drawing/2014/main" id="{18679AC0-C477-4B10-93BF-5FB59223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960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951918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2">
            <a:extLst xmlns:a="http://schemas.openxmlformats.org/drawingml/2006/main">
              <a:ext uri="{FF2B5EF4-FFF2-40B4-BE49-F238E27FC236}">
                <a16:creationId xmlns:a16="http://schemas.microsoft.com/office/drawing/2014/main" id="{DCDC9493-B4B1-443B-B145-2131A984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REAL OPERATION · REAL FAILURE MODES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A451147-5263-4CC6-B022-7254F6D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一次“换纸”，知识却散落在三种来源里</a:t>
            </a:r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61CEF2CD-A43D-47E7-92AB-5799D639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02</a:t>
            </a:r>
          </a:p>
        </p:txBody>
      </p:sp>
      <p:sp>
        <p:nvSpPr>
          <p:cNvPr id="4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4F3439D8-FD70-4757-B39A-E72A9581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3924300" cy="459105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5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F5BCCFFA-A763-4999-BAEE-F5020145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337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29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普通内容生成
能写教程，
却无法证明
“为什么这样做”</a:t>
            </a:r>
          </a:p>
        </p:txBody>
      </p:sp>
      <p:sp>
        <p:nvSpPr>
          <p:cNvPr id="6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602584A2-B305-468C-884F-1F0A48E2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problem-hidden">
            <a:extLst xmlns:a="http://schemas.openxmlformats.org/drawingml/2006/main">
              <a:ext uri="{FF2B5EF4-FFF2-40B4-BE49-F238E27FC236}">
                <a16:creationId xmlns:a16="http://schemas.microsoft.com/office/drawing/2014/main" id="{CD279B79-941A-448D-804A-C1A7AF36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23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最容易漏掉的不是大动作</a:t>
            </a:r>
          </a:p>
        </p:txBody>
      </p:sp>
      <p:sp>
        <p:nvSpPr>
          <p:cNvPr id="8" name="problem-one">
            <a:extLst xmlns:a="http://schemas.openxmlformats.org/drawingml/2006/main">
              <a:ext uri="{FF2B5EF4-FFF2-40B4-BE49-F238E27FC236}">
                <a16:creationId xmlns:a16="http://schemas.microsoft.com/office/drawing/2014/main" id="{C83B46D1-7503-427B-B730-66394C44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01  导纸夹宽度与居中</a:t>
            </a:r>
          </a:p>
        </p:txBody>
      </p:sp>
      <p:sp>
        <p:nvSpPr>
          <p:cNvPr id="9" name="problem-two">
            <a:extLst xmlns:a="http://schemas.openxmlformats.org/drawingml/2006/main">
              <a:ext uri="{FF2B5EF4-FFF2-40B4-BE49-F238E27FC236}">
                <a16:creationId xmlns:a16="http://schemas.microsoft.com/office/drawing/2014/main" id="{C03804B8-67D6-4D57-8FA0-3EA52EF5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02  缝标介质学习</a:t>
            </a:r>
          </a:p>
        </p:txBody>
      </p:sp>
      <p:sp>
        <p:nvSpPr>
          <p:cNvPr id="10" name="problem-three">
            <a:extLst xmlns:a="http://schemas.openxmlformats.org/drawingml/2006/main">
              <a:ext uri="{FF2B5EF4-FFF2-40B4-BE49-F238E27FC236}">
                <a16:creationId xmlns:a16="http://schemas.microsoft.com/office/drawing/2014/main" id="{11704079-97E4-4792-BEB8-8780167C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03  试印与完成验收</a:t>
            </a:r>
          </a:p>
        </p:txBody>
      </p:sp>
      <p:pic>
        <p:nvPicPr>
          <p:cNvPr id="39" name="N31十五镜头联系表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7a262ea694278"/>
          <a:srcRect xmlns:a="http://schemas.openxmlformats.org/drawingml/2006/main" l="0" t="9417" r="0" b="94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71600"/>
            <a:ext cx="7105650" cy="3276600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sp>
        <p:nvSpPr>
          <p:cNvPr id="12" name="source-video">
            <a:extLst xmlns:a="http://schemas.openxmlformats.org/drawingml/2006/main">
              <a:ext uri="{FF2B5EF4-FFF2-40B4-BE49-F238E27FC236}">
                <a16:creationId xmlns:a16="http://schemas.microsoft.com/office/drawing/2014/main" id="{35DDD8AF-D31D-4FBA-855B-F28CD583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95850"/>
            <a:ext cx="2171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3" name="source-manual">
            <a:extLst xmlns:a="http://schemas.openxmlformats.org/drawingml/2006/main">
              <a:ext uri="{FF2B5EF4-FFF2-40B4-BE49-F238E27FC236}">
                <a16:creationId xmlns:a16="http://schemas.microsoft.com/office/drawing/2014/main" id="{EBC06EFA-FA9B-4441-9318-D3F0F4E7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895850"/>
            <a:ext cx="2171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4" name="source-audio">
            <a:extLst xmlns:a="http://schemas.openxmlformats.org/drawingml/2006/main">
              <a:ext uri="{FF2B5EF4-FFF2-40B4-BE49-F238E27FC236}">
                <a16:creationId xmlns:a16="http://schemas.microsoft.com/office/drawing/2014/main" id="{440DEF27-33AE-419C-95B0-96015D5C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95850"/>
            <a:ext cx="2171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5" name="source-video-n">
            <a:extLst xmlns:a="http://schemas.openxmlformats.org/drawingml/2006/main">
              <a:ext uri="{FF2B5EF4-FFF2-40B4-BE49-F238E27FC236}">
                <a16:creationId xmlns:a16="http://schemas.microsoft.com/office/drawing/2014/main" id="{0814A957-1011-4743-ADF2-68F568C8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86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01</a:t>
            </a:r>
          </a:p>
        </p:txBody>
      </p:sp>
      <p:sp>
        <p:nvSpPr>
          <p:cNvPr id="16" name="source-video-t">
            <a:extLst xmlns:a="http://schemas.openxmlformats.org/drawingml/2006/main">
              <a:ext uri="{FF2B5EF4-FFF2-40B4-BE49-F238E27FC236}">
                <a16:creationId xmlns:a16="http://schemas.microsoft.com/office/drawing/2014/main" id="{55F75A60-FD0C-4C55-8C76-4E862C01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81625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专家操作视频</a:t>
            </a:r>
          </a:p>
        </p:txBody>
      </p:sp>
      <p:sp>
        <p:nvSpPr>
          <p:cNvPr id="17" name="source-video-l">
            <a:extLst xmlns:a="http://schemas.openxmlformats.org/drawingml/2006/main">
              <a:ext uri="{FF2B5EF4-FFF2-40B4-BE49-F238E27FC236}">
                <a16:creationId xmlns:a16="http://schemas.microsoft.com/office/drawing/2014/main" id="{1A9BCBC2-EFC9-4D1E-81BC-4B2A801A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7690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绑定视频时间点</a:t>
            </a:r>
          </a:p>
        </p:txBody>
      </p:sp>
      <p:sp>
        <p:nvSpPr>
          <p:cNvPr id="18" name="source-manual-n">
            <a:extLst xmlns:a="http://schemas.openxmlformats.org/drawingml/2006/main">
              <a:ext uri="{FF2B5EF4-FFF2-40B4-BE49-F238E27FC236}">
                <a16:creationId xmlns:a16="http://schemas.microsoft.com/office/drawing/2014/main" id="{9086FEB6-0EB3-4484-8F9E-6F01A986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86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02</a:t>
            </a:r>
          </a:p>
        </p:txBody>
      </p:sp>
      <p:sp>
        <p:nvSpPr>
          <p:cNvPr id="19" name="source-manual-t">
            <a:extLst xmlns:a="http://schemas.openxmlformats.org/drawingml/2006/main">
              <a:ext uri="{FF2B5EF4-FFF2-40B4-BE49-F238E27FC236}">
                <a16:creationId xmlns:a16="http://schemas.microsoft.com/office/drawing/2014/main" id="{926A7775-9D79-4AD2-A3A4-7CF9F8A1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381625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设备 PDF</a:t>
            </a:r>
          </a:p>
        </p:txBody>
      </p:sp>
      <p:sp>
        <p:nvSpPr>
          <p:cNvPr id="20" name="source-manual-l">
            <a:extLst xmlns:a="http://schemas.openxmlformats.org/drawingml/2006/main">
              <a:ext uri="{FF2B5EF4-FFF2-40B4-BE49-F238E27FC236}">
                <a16:creationId xmlns:a16="http://schemas.microsoft.com/office/drawing/2014/main" id="{EE3A24C7-154A-4AF8-A4F6-941330F3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67690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绑定原始页码</a:t>
            </a:r>
          </a:p>
        </p:txBody>
      </p:sp>
      <p:sp>
        <p:nvSpPr>
          <p:cNvPr id="21" name="source-audio-n">
            <a:extLst xmlns:a="http://schemas.openxmlformats.org/drawingml/2006/main">
              <a:ext uri="{FF2B5EF4-FFF2-40B4-BE49-F238E27FC236}">
                <a16:creationId xmlns:a16="http://schemas.microsoft.com/office/drawing/2014/main" id="{8B3AD43E-05F2-43E3-BF55-6885D391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86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03</a:t>
            </a:r>
          </a:p>
        </p:txBody>
      </p:sp>
      <p:sp>
        <p:nvSpPr>
          <p:cNvPr id="22" name="source-audio-t">
            <a:extLst xmlns:a="http://schemas.openxmlformats.org/drawingml/2006/main">
              <a:ext uri="{FF2B5EF4-FFF2-40B4-BE49-F238E27FC236}">
                <a16:creationId xmlns:a16="http://schemas.microsoft.com/office/drawing/2014/main" id="{BDE7A126-50D1-46D5-A743-FD04A122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81625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专家口述</a:t>
            </a:r>
          </a:p>
        </p:txBody>
      </p:sp>
      <p:sp>
        <p:nvSpPr>
          <p:cNvPr id="23" name="source-audio-l">
            <a:extLst xmlns:a="http://schemas.openxmlformats.org/drawingml/2006/main">
              <a:ext uri="{FF2B5EF4-FFF2-40B4-BE49-F238E27FC236}">
                <a16:creationId xmlns:a16="http://schemas.microsoft.com/office/drawing/2014/main" id="{2B9558E2-CBB4-4FF5-87AD-3733BB74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67690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绑定录音时间点</a:t>
            </a:r>
          </a:p>
        </p:txBody>
      </p:sp>
      <p:sp>
        <p:nvSpPr>
          <p:cNvPr id="24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F1170E39-D803-448B-8A12-FAB2E12A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25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42385ADD-AC16-42B1-9F29-41D9E792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来源：N31 Gold v1 与80秒培训视频联系表</a:t>
            </a:r>
          </a:p>
        </p:txBody>
      </p:sp>
      <p:sp>
        <p:nvSpPr>
          <p:cNvPr id="2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57AD6C4-DD80-4E43-8C1D-68707024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712190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kicker-3">
            <a:extLst xmlns:a="http://schemas.openxmlformats.org/drawingml/2006/main">
              <a:ext uri="{FF2B5EF4-FFF2-40B4-BE49-F238E27FC236}">
                <a16:creationId xmlns:a16="http://schemas.microsoft.com/office/drawing/2014/main" id="{73EA2AF1-A7CE-4B64-B862-3001AD54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SYSTEM · EVIDENCE FIRST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C1EB1E3-C633-454B-851E-2D0CAF2F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五个 Agent，把素材变成可验证闭环</a:t>
            </a:r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81D0B039-BE9E-47E3-B05B-67F3B76D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03</a:t>
            </a:r>
          </a:p>
        </p:txBody>
      </p:sp>
      <p:sp>
        <p:nvSpPr>
          <p:cNvPr id="4" name="input-label">
            <a:extLst xmlns:a="http://schemas.openxmlformats.org/drawingml/2006/main">
              <a:ext uri="{FF2B5EF4-FFF2-40B4-BE49-F238E27FC236}">
                <a16:creationId xmlns:a16="http://schemas.microsoft.com/office/drawing/2014/main" id="{75FE202C-6EDF-4114-8A09-577393DB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INPUTS</a:t>
            </a:r>
          </a:p>
        </p:txBody>
      </p:sp>
      <p:sp>
        <p:nvSpPr>
          <p:cNvPr id="5" name="input-video">
            <a:extLst xmlns:a="http://schemas.openxmlformats.org/drawingml/2006/main">
              <a:ext uri="{FF2B5EF4-FFF2-40B4-BE49-F238E27FC236}">
                <a16:creationId xmlns:a16="http://schemas.microsoft.com/office/drawing/2014/main" id="{9E93157B-34B3-436E-866E-1555CF73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2880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input-pdf">
            <a:extLst xmlns:a="http://schemas.openxmlformats.org/drawingml/2006/main">
              <a:ext uri="{FF2B5EF4-FFF2-40B4-BE49-F238E27FC236}">
                <a16:creationId xmlns:a16="http://schemas.microsoft.com/office/drawing/2014/main" id="{B569E537-460E-4DC0-A770-206B7D5F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05125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input-audio">
            <a:extLst xmlns:a="http://schemas.openxmlformats.org/drawingml/2006/main">
              <a:ext uri="{FF2B5EF4-FFF2-40B4-BE49-F238E27FC236}">
                <a16:creationId xmlns:a16="http://schemas.microsoft.com/office/drawing/2014/main" id="{8F02A22A-E768-44E2-AF2E-8D66B750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8145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input-video-text">
            <a:extLst xmlns:a="http://schemas.openxmlformats.org/drawingml/2006/main">
              <a:ext uri="{FF2B5EF4-FFF2-40B4-BE49-F238E27FC236}">
                <a16:creationId xmlns:a16="http://schemas.microsoft.com/office/drawing/2014/main" id="{0C4ADFA1-A80D-4B30-B19E-AE92CC82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695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操作视频
时间点 + 关键帧</a:t>
            </a:r>
          </a:p>
        </p:txBody>
      </p:sp>
      <p:sp>
        <p:nvSpPr>
          <p:cNvPr id="9" name="input-pdf-text">
            <a:extLst xmlns:a="http://schemas.openxmlformats.org/drawingml/2006/main">
              <a:ext uri="{FF2B5EF4-FFF2-40B4-BE49-F238E27FC236}">
                <a16:creationId xmlns:a16="http://schemas.microsoft.com/office/drawing/2014/main" id="{A54D0A36-A724-4A5E-B053-D785C193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1695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设备手册
页码 + 段落</a:t>
            </a:r>
          </a:p>
        </p:txBody>
      </p:sp>
      <p:sp>
        <p:nvSpPr>
          <p:cNvPr id="10" name="input-audio-text">
            <a:extLst xmlns:a="http://schemas.openxmlformats.org/drawingml/2006/main">
              <a:ext uri="{FF2B5EF4-FFF2-40B4-BE49-F238E27FC236}">
                <a16:creationId xmlns:a16="http://schemas.microsoft.com/office/drawing/2014/main" id="{DDF1DD6C-BA2A-4645-9F05-4714B984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1695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专家口述
时间点 + 经验</a:t>
            </a:r>
          </a:p>
        </p:txBody>
      </p:sp>
      <p:sp>
        <p:nvSpPr>
          <p:cNvPr id="11" name="input-arrow">
            <a:extLst xmlns:a="http://schemas.openxmlformats.org/drawingml/2006/main">
              <a:ext uri="{FF2B5EF4-FFF2-40B4-BE49-F238E27FC236}">
                <a16:creationId xmlns:a16="http://schemas.microsoft.com/office/drawing/2014/main" id="{C9725FEE-ECE9-45FA-BA69-40A9E906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57525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→</a:t>
            </a:r>
          </a:p>
        </p:txBody>
      </p:sp>
      <p:sp>
        <p:nvSpPr>
          <p:cNvPr id="12" name="agent-frame">
            <a:extLst xmlns:a="http://schemas.openxmlformats.org/drawingml/2006/main">
              <a:ext uri="{FF2B5EF4-FFF2-40B4-BE49-F238E27FC236}">
                <a16:creationId xmlns:a16="http://schemas.microsoft.com/office/drawing/2014/main" id="{3D5B0645-55B6-49D4-9727-0C21E5B0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47800"/>
            <a:ext cx="52578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3" name="agent-label">
            <a:extLst xmlns:a="http://schemas.openxmlformats.org/drawingml/2006/main">
              <a:ext uri="{FF2B5EF4-FFF2-40B4-BE49-F238E27FC236}">
                <a16:creationId xmlns:a16="http://schemas.microsoft.com/office/drawing/2014/main" id="{4B512F87-396E-4F98-B1E8-AD661002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764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AGENT LOOP</a:t>
            </a:r>
          </a:p>
        </p:txBody>
      </p:sp>
      <p:sp>
        <p:nvSpPr>
          <p:cNvPr id="14" name="agent-perception">
            <a:extLst xmlns:a="http://schemas.openxmlformats.org/drawingml/2006/main">
              <a:ext uri="{FF2B5EF4-FFF2-40B4-BE49-F238E27FC236}">
                <a16:creationId xmlns:a16="http://schemas.microsoft.com/office/drawing/2014/main" id="{00BFF817-4EAC-461A-8075-8B4E1FA2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764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agent-sop">
            <a:extLst xmlns:a="http://schemas.openxmlformats.org/drawingml/2006/main">
              <a:ext uri="{FF2B5EF4-FFF2-40B4-BE49-F238E27FC236}">
                <a16:creationId xmlns:a16="http://schemas.microsoft.com/office/drawing/2014/main" id="{702F7351-C780-4721-AADF-0F8A0394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agent-creator">
            <a:extLst xmlns:a="http://schemas.openxmlformats.org/drawingml/2006/main">
              <a:ext uri="{FF2B5EF4-FFF2-40B4-BE49-F238E27FC236}">
                <a16:creationId xmlns:a16="http://schemas.microsoft.com/office/drawing/2014/main" id="{CA66FAF4-FC23-4467-996A-D3F1B86D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agent-verifier">
            <a:extLst xmlns:a="http://schemas.openxmlformats.org/drawingml/2006/main">
              <a:ext uri="{FF2B5EF4-FFF2-40B4-BE49-F238E27FC236}">
                <a16:creationId xmlns:a16="http://schemas.microsoft.com/office/drawing/2014/main" id="{6C4283B0-9810-4107-85BD-4AC83583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051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8" name="agent-revision">
            <a:extLst xmlns:a="http://schemas.openxmlformats.org/drawingml/2006/main">
              <a:ext uri="{FF2B5EF4-FFF2-40B4-BE49-F238E27FC236}">
                <a16:creationId xmlns:a16="http://schemas.microsoft.com/office/drawing/2014/main" id="{439422EE-F87C-4D31-A98F-84170B0F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4005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9" name="agent-perception-t">
            <a:extLst xmlns:a="http://schemas.openxmlformats.org/drawingml/2006/main">
              <a:ext uri="{FF2B5EF4-FFF2-40B4-BE49-F238E27FC236}">
                <a16:creationId xmlns:a16="http://schemas.microsoft.com/office/drawing/2014/main" id="{1E3BC1D8-500A-42C5-B9BD-E489B405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288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Perception Agent</a:t>
            </a:r>
          </a:p>
        </p:txBody>
      </p:sp>
      <p:sp>
        <p:nvSpPr>
          <p:cNvPr id="20" name="agent-perception-b">
            <a:extLst xmlns:a="http://schemas.openxmlformats.org/drawingml/2006/main">
              <a:ext uri="{FF2B5EF4-FFF2-40B4-BE49-F238E27FC236}">
                <a16:creationId xmlns:a16="http://schemas.microsoft.com/office/drawing/2014/main" id="{3344390B-2199-4631-818C-10E0F4D3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提取并对齐证据</a:t>
            </a:r>
          </a:p>
        </p:txBody>
      </p:sp>
      <p:sp>
        <p:nvSpPr>
          <p:cNvPr id="21" name="agent-sop-t">
            <a:extLst xmlns:a="http://schemas.openxmlformats.org/drawingml/2006/main">
              <a:ext uri="{FF2B5EF4-FFF2-40B4-BE49-F238E27FC236}">
                <a16:creationId xmlns:a16="http://schemas.microsoft.com/office/drawing/2014/main" id="{360D44D5-13EF-41E3-95FC-2BD3A555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SOP Agent</a:t>
            </a:r>
          </a:p>
        </p:txBody>
      </p:sp>
      <p:sp>
        <p:nvSpPr>
          <p:cNvPr id="22" name="agent-sop-b">
            <a:extLst xmlns:a="http://schemas.openxmlformats.org/drawingml/2006/main">
              <a:ext uri="{FF2B5EF4-FFF2-40B4-BE49-F238E27FC236}">
                <a16:creationId xmlns:a16="http://schemas.microsoft.com/office/drawing/2014/main" id="{10D1C2F6-BF42-4868-BA1D-23E0A1AD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527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规划步骤与依赖</a:t>
            </a:r>
          </a:p>
        </p:txBody>
      </p:sp>
      <p:sp>
        <p:nvSpPr>
          <p:cNvPr id="23" name="agent-creator-t">
            <a:extLst xmlns:a="http://schemas.openxmlformats.org/drawingml/2006/main">
              <a:ext uri="{FF2B5EF4-FFF2-40B4-BE49-F238E27FC236}">
                <a16:creationId xmlns:a16="http://schemas.microsoft.com/office/drawing/2014/main" id="{01495BDF-6E28-4067-83EA-BFFED3C4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575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Creator Agent</a:t>
            </a:r>
          </a:p>
        </p:txBody>
      </p:sp>
      <p:sp>
        <p:nvSpPr>
          <p:cNvPr id="24" name="agent-creator-b">
            <a:extLst xmlns:a="http://schemas.openxmlformats.org/drawingml/2006/main">
              <a:ext uri="{FF2B5EF4-FFF2-40B4-BE49-F238E27FC236}">
                <a16:creationId xmlns:a16="http://schemas.microsoft.com/office/drawing/2014/main" id="{C09E8266-FBB7-4957-87F9-6E75078E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814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生成培训内容</a:t>
            </a:r>
          </a:p>
        </p:txBody>
      </p:sp>
      <p:sp>
        <p:nvSpPr>
          <p:cNvPr id="25" name="agent-verifier-t">
            <a:extLst xmlns:a="http://schemas.openxmlformats.org/drawingml/2006/main">
              <a:ext uri="{FF2B5EF4-FFF2-40B4-BE49-F238E27FC236}">
                <a16:creationId xmlns:a16="http://schemas.microsoft.com/office/drawing/2014/main" id="{73D39B40-2577-4078-9EBF-777BFFB6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Verifier Agent</a:t>
            </a:r>
          </a:p>
        </p:txBody>
      </p:sp>
      <p:sp>
        <p:nvSpPr>
          <p:cNvPr id="26" name="agent-verifier-b">
            <a:extLst xmlns:a="http://schemas.openxmlformats.org/drawingml/2006/main">
              <a:ext uri="{FF2B5EF4-FFF2-40B4-BE49-F238E27FC236}">
                <a16:creationId xmlns:a16="http://schemas.microsoft.com/office/drawing/2014/main" id="{35CC3C1A-63BC-4B6E-B884-FC7742FB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规则 + 证据质检</a:t>
            </a:r>
          </a:p>
        </p:txBody>
      </p:sp>
      <p:sp>
        <p:nvSpPr>
          <p:cNvPr id="27" name="agent-revision-t">
            <a:extLst xmlns:a="http://schemas.openxmlformats.org/drawingml/2006/main">
              <a:ext uri="{FF2B5EF4-FFF2-40B4-BE49-F238E27FC236}">
                <a16:creationId xmlns:a16="http://schemas.microsoft.com/office/drawing/2014/main" id="{EED28CF3-3C1E-4E38-BF78-6BC118FA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5529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Revision Agent</a:t>
            </a:r>
          </a:p>
        </p:txBody>
      </p:sp>
      <p:sp>
        <p:nvSpPr>
          <p:cNvPr id="28" name="agent-revision-b">
            <a:extLst xmlns:a="http://schemas.openxmlformats.org/drawingml/2006/main">
              <a:ext uri="{FF2B5EF4-FFF2-40B4-BE49-F238E27FC236}">
                <a16:creationId xmlns:a16="http://schemas.microsoft.com/office/drawing/2014/main" id="{004BCADB-F442-45F2-945A-9BC512B4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8768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只修改出错局部</a:t>
            </a:r>
          </a:p>
        </p:txBody>
      </p:sp>
      <p:sp>
        <p:nvSpPr>
          <p:cNvPr id="29" name="agent-flow-1">
            <a:extLst xmlns:a="http://schemas.openxmlformats.org/drawingml/2006/main">
              <a:ext uri="{FF2B5EF4-FFF2-40B4-BE49-F238E27FC236}">
                <a16:creationId xmlns:a16="http://schemas.microsoft.com/office/drawing/2014/main" id="{5DBB8694-F65C-4C19-875B-CFDE71DA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2574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→</a:t>
            </a:r>
          </a:p>
        </p:txBody>
      </p:sp>
      <p:sp>
        <p:nvSpPr>
          <p:cNvPr id="30" name="agent-flow-2">
            <a:extLst xmlns:a="http://schemas.openxmlformats.org/drawingml/2006/main">
              <a:ext uri="{FF2B5EF4-FFF2-40B4-BE49-F238E27FC236}">
                <a16:creationId xmlns:a16="http://schemas.microsoft.com/office/drawing/2014/main" id="{E0AFDE2D-864E-4FFC-8466-B7FCC7C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670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↓</a:t>
            </a:r>
          </a:p>
        </p:txBody>
      </p:sp>
      <p:sp>
        <p:nvSpPr>
          <p:cNvPr id="31" name="agent-flow-3">
            <a:extLst xmlns:a="http://schemas.openxmlformats.org/drawingml/2006/main">
              <a:ext uri="{FF2B5EF4-FFF2-40B4-BE49-F238E27FC236}">
                <a16:creationId xmlns:a16="http://schemas.microsoft.com/office/drawing/2014/main" id="{F1AA78B7-7FA3-4EB8-84AD-2D3A6669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861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←</a:t>
            </a:r>
          </a:p>
        </p:txBody>
      </p:sp>
      <p:sp>
        <p:nvSpPr>
          <p:cNvPr id="32" name="agent-flow-4">
            <a:extLst xmlns:a="http://schemas.openxmlformats.org/drawingml/2006/main">
              <a:ext uri="{FF2B5EF4-FFF2-40B4-BE49-F238E27FC236}">
                <a16:creationId xmlns:a16="http://schemas.microsoft.com/office/drawing/2014/main" id="{B6AB79D8-2525-451E-B926-D040194D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005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↓ 修订</a:t>
            </a:r>
          </a:p>
        </p:txBody>
      </p:sp>
      <p:sp>
        <p:nvSpPr>
          <p:cNvPr id="33" name="agent-flow-5">
            <a:extLst xmlns:a="http://schemas.openxmlformats.org/drawingml/2006/main">
              <a:ext uri="{FF2B5EF4-FFF2-40B4-BE49-F238E27FC236}">
                <a16:creationId xmlns:a16="http://schemas.microsoft.com/office/drawing/2014/main" id="{CBD75110-424E-46F5-ADF5-6EB4B19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005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↑ 复检</a:t>
            </a:r>
          </a:p>
        </p:txBody>
      </p:sp>
      <p:sp>
        <p:nvSpPr>
          <p:cNvPr id="34" name="output-arrow">
            <a:extLst xmlns:a="http://schemas.openxmlformats.org/drawingml/2006/main">
              <a:ext uri="{FF2B5EF4-FFF2-40B4-BE49-F238E27FC236}">
                <a16:creationId xmlns:a16="http://schemas.microsoft.com/office/drawing/2014/main" id="{6530646C-BD70-4D06-A62B-43B256DD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7525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→</a:t>
            </a:r>
          </a:p>
        </p:txBody>
      </p:sp>
      <p:sp>
        <p:nvSpPr>
          <p:cNvPr id="3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F1C6C712-2BD2-4DA4-A417-84EC69DB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478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OUTPUTS</a:t>
            </a:r>
          </a:p>
        </p:txBody>
      </p:sp>
      <p:sp>
        <p:nvSpPr>
          <p:cNvPr id="3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806BCF8A-687A-4578-AE0B-1D354EEB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24050"/>
            <a:ext cx="2324100" cy="2990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结构化 SOP
手机检查清单
培训测验
A4 海报
60–90秒培训视频
质检与修订记录</a:t>
            </a:r>
          </a:p>
        </p:txBody>
      </p:sp>
      <p:sp>
        <p:nvSpPr>
          <p:cNvPr id="37" name="loop-claim">
            <a:extLst xmlns:a="http://schemas.openxmlformats.org/drawingml/2006/main">
              <a:ext uri="{FF2B5EF4-FFF2-40B4-BE49-F238E27FC236}">
                <a16:creationId xmlns:a16="http://schemas.microsoft.com/office/drawing/2014/main" id="{15F4D661-6D41-4877-8C35-93130811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48250"/>
            <a:ext cx="2324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8" name="loop-claim-text">
            <a:extLst xmlns:a="http://schemas.openxmlformats.org/drawingml/2006/main">
              <a:ext uri="{FF2B5EF4-FFF2-40B4-BE49-F238E27FC236}">
                <a16:creationId xmlns:a16="http://schemas.microsoft.com/office/drawing/2014/main" id="{9801BCE8-E60C-4681-8F5E-3C391B0C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18160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证据定位贯穿全链路</a:t>
            </a:r>
          </a:p>
        </p:txBody>
      </p:sp>
      <p:sp>
        <p:nvSpPr>
          <p:cNvPr id="39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50DD9D74-1186-4079-8657-E56E7DEC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40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CB716B1A-E765-4487-B595-ED379381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SkillForge P0工作流：素材解析 → 规划 → 创作 → 质检 → 局部修订 → 输出</a:t>
            </a:r>
          </a:p>
        </p:txBody>
      </p:sp>
      <p:sp>
        <p:nvSpPr>
          <p:cNvPr id="41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3B734927-1B70-4C10-B2E2-CE9956FF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576869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4">
            <a:extLst xmlns:a="http://schemas.openxmlformats.org/drawingml/2006/main">
              <a:ext uri="{FF2B5EF4-FFF2-40B4-BE49-F238E27FC236}">
                <a16:creationId xmlns:a16="http://schemas.microsoft.com/office/drawing/2014/main" id="{6420C48D-3DCC-48BA-939E-FD08123D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LIVE DEMO · CONTROLLED GOLD FAULT SET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3694B9E-EE08-4B8D-AF88-DA21FADE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Verifier 发现5个严重问题，只改动4处</a:t>
            </a:r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DF94F8A-A97A-4246-BC5D-7D57FFD1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04</a:t>
            </a:r>
          </a:p>
        </p:txBody>
      </p:sp>
      <p:sp>
        <p:nvSpPr>
          <p:cNvPr id="4" name="issue-shot-frame">
            <a:extLst xmlns:a="http://schemas.openxmlformats.org/drawingml/2006/main">
              <a:ext uri="{FF2B5EF4-FFF2-40B4-BE49-F238E27FC236}">
                <a16:creationId xmlns:a16="http://schemas.microsoft.com/office/drawing/2014/main" id="{132B6F45-5B7B-4574-B116-24CB41B4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69913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B1713"/>
          </a:solidFill>
          <a:ln xmlns:a="http://schemas.openxmlformats.org/drawingml/2006/main" w="0">
            <a:solidFill>
              <a:srgbClr val="0B1713"/>
            </a:solidFill>
            <a:prstDash val="solid"/>
          </a:ln>
        </p:spPr>
      </p:sp>
      <p:pic>
        <p:nvPicPr>
          <p:cNvPr id="36" name="Web首个问题与证据截图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992227c7647ee"/>
          <a:srcRect xmlns:a="http://schemas.openxmlformats.org/drawingml/2006/main" l="519" t="0" r="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428750"/>
            <a:ext cx="6991350" cy="1295400"/>
          </a:xfrm>
          <a:prstGeom xmlns:a="http://schemas.openxmlformats.org/drawingml/2006/main" prst="roundRect">
            <a:avLst>
              <a:gd name="adj" fmla="val 8824"/>
            </a:avLst>
          </a:prstGeom>
        </p:spPr>
      </p:pic>
      <p:sp>
        <p:nvSpPr>
          <p:cNvPr id="6" name="issue-proof-note">
            <a:extLst xmlns:a="http://schemas.openxmlformats.org/drawingml/2006/main">
              <a:ext uri="{FF2B5EF4-FFF2-40B4-BE49-F238E27FC236}">
                <a16:creationId xmlns:a16="http://schemas.microsoft.com/office/drawing/2014/main" id="{D2BE4AC6-348D-4B03-8E90-8D54B076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71800"/>
            <a:ext cx="6991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同一问题同时引用：视频 E039 / E077 · 手册 E104 P20 · 操作者口述 E148 / E149 / E151 / E153</a:t>
            </a:r>
          </a:p>
        </p:txBody>
      </p:sp>
      <p:sp>
        <p:nvSpPr>
          <p:cNvPr id="7" name="metric-five-zero">
            <a:extLst xmlns:a="http://schemas.openxmlformats.org/drawingml/2006/main">
              <a:ext uri="{FF2B5EF4-FFF2-40B4-BE49-F238E27FC236}">
                <a16:creationId xmlns:a16="http://schemas.microsoft.com/office/drawing/2014/main" id="{1C3A0C5B-9ECB-480F-A8DB-4D221317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28750"/>
            <a:ext cx="4076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metric-five-zero-label">
            <a:extLst xmlns:a="http://schemas.openxmlformats.org/drawingml/2006/main">
              <a:ext uri="{FF2B5EF4-FFF2-40B4-BE49-F238E27FC236}">
                <a16:creationId xmlns:a16="http://schemas.microsoft.com/office/drawing/2014/main" id="{B6654399-B676-44FB-9739-457B2888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954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严重错误</a:t>
            </a:r>
          </a:p>
        </p:txBody>
      </p:sp>
      <p:sp>
        <p:nvSpPr>
          <p:cNvPr id="9" name="metric-five-zero-value">
            <a:extLst xmlns:a="http://schemas.openxmlformats.org/drawingml/2006/main">
              <a:ext uri="{FF2B5EF4-FFF2-40B4-BE49-F238E27FC236}">
                <a16:creationId xmlns:a16="http://schemas.microsoft.com/office/drawing/2014/main" id="{26EB3E13-51DF-40B8-AC1A-A4E80AAC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3238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5 → 0</a:t>
            </a:r>
          </a:p>
        </p:txBody>
      </p:sp>
      <p:sp>
        <p:nvSpPr>
          <p:cNvPr id="10" name="metric-five-zero-note">
            <a:extLst xmlns:a="http://schemas.openxmlformats.org/drawingml/2006/main">
              <a:ext uri="{FF2B5EF4-FFF2-40B4-BE49-F238E27FC236}">
                <a16:creationId xmlns:a16="http://schemas.microsoft.com/office/drawing/2014/main" id="{12330EDA-49E5-431D-BC26-2081591F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复检后归零</a:t>
            </a:r>
          </a:p>
        </p:txBody>
      </p:sp>
      <p:sp>
        <p:nvSpPr>
          <p:cNvPr id="11" name="issue-kinds-label">
            <a:extLst xmlns:a="http://schemas.openxmlformats.org/drawingml/2006/main">
              <a:ext uri="{FF2B5EF4-FFF2-40B4-BE49-F238E27FC236}">
                <a16:creationId xmlns:a16="http://schemas.microsoft.com/office/drawing/2014/main" id="{6EF67CE2-FD4A-4C59-BF01-C809F550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624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发现什么</a:t>
            </a:r>
          </a:p>
        </p:txBody>
      </p:sp>
      <p:sp>
        <p:nvSpPr>
          <p:cNvPr id="12" name="issue-kind-1">
            <a:extLst xmlns:a="http://schemas.openxmlformats.org/drawingml/2006/main">
              <a:ext uri="{FF2B5EF4-FFF2-40B4-BE49-F238E27FC236}">
                <a16:creationId xmlns:a16="http://schemas.microsoft.com/office/drawing/2014/main" id="{D066F4CB-2343-4755-B3F4-C4D0FE2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21526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3" name="issue-kind-2">
            <a:extLst xmlns:a="http://schemas.openxmlformats.org/drawingml/2006/main">
              <a:ext uri="{FF2B5EF4-FFF2-40B4-BE49-F238E27FC236}">
                <a16:creationId xmlns:a16="http://schemas.microsoft.com/office/drawing/2014/main" id="{BBC3965C-9B92-4407-9F67-0B444D73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24350"/>
            <a:ext cx="21526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4" name="issue-kind-3">
            <a:extLst xmlns:a="http://schemas.openxmlformats.org/drawingml/2006/main">
              <a:ext uri="{FF2B5EF4-FFF2-40B4-BE49-F238E27FC236}">
                <a16:creationId xmlns:a16="http://schemas.microsoft.com/office/drawing/2014/main" id="{34160CCC-F6CB-44F4-B804-CF441A06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24350"/>
            <a:ext cx="2266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5" name="issue-kind-1-t">
            <a:extLst xmlns:a="http://schemas.openxmlformats.org/drawingml/2006/main">
              <a:ext uri="{FF2B5EF4-FFF2-40B4-BE49-F238E27FC236}">
                <a16:creationId xmlns:a16="http://schemas.microsoft.com/office/drawing/2014/main" id="{49A551CF-496F-4D66-8511-D6C6FD5B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35B62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缺步骤</a:t>
            </a:r>
          </a:p>
        </p:txBody>
      </p:sp>
      <p:sp>
        <p:nvSpPr>
          <p:cNvPr id="16" name="issue-kind-1-b">
            <a:extLst xmlns:a="http://schemas.openxmlformats.org/drawingml/2006/main">
              <a:ext uri="{FF2B5EF4-FFF2-40B4-BE49-F238E27FC236}">
                <a16:creationId xmlns:a16="http://schemas.microsoft.com/office/drawing/2014/main" id="{9DC6C3E0-200F-4F7F-BE6F-AEDC6DEA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遗漏S09缝标学习</a:t>
            </a:r>
          </a:p>
        </p:txBody>
      </p:sp>
      <p:sp>
        <p:nvSpPr>
          <p:cNvPr id="17" name="issue-kind-2-t">
            <a:extLst xmlns:a="http://schemas.openxmlformats.org/drawingml/2006/main">
              <a:ext uri="{FF2B5EF4-FFF2-40B4-BE49-F238E27FC236}">
                <a16:creationId xmlns:a16="http://schemas.microsoft.com/office/drawing/2014/main" id="{13EBE3F6-7924-461B-BD8D-0D73CF33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2437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35B62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顺序错误</a:t>
            </a:r>
          </a:p>
        </p:txBody>
      </p:sp>
      <p:sp>
        <p:nvSpPr>
          <p:cNvPr id="18" name="issue-kind-2-b">
            <a:extLst xmlns:a="http://schemas.openxmlformats.org/drawingml/2006/main">
              <a:ext uri="{FF2B5EF4-FFF2-40B4-BE49-F238E27FC236}">
                <a16:creationId xmlns:a16="http://schemas.microsoft.com/office/drawing/2014/main" id="{2EAAF3D1-C2FB-42A3-B4A6-609264EE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81575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S07必须先于S08</a:t>
            </a:r>
          </a:p>
        </p:txBody>
      </p:sp>
      <p:sp>
        <p:nvSpPr>
          <p:cNvPr id="19" name="issue-kind-3-t">
            <a:extLst xmlns:a="http://schemas.openxmlformats.org/drawingml/2006/main">
              <a:ext uri="{FF2B5EF4-FFF2-40B4-BE49-F238E27FC236}">
                <a16:creationId xmlns:a16="http://schemas.microsoft.com/office/drawing/2014/main" id="{B049A7E9-A3BD-4DA8-828B-393356DC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24375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35B62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无依据内容</a:t>
            </a:r>
          </a:p>
        </p:txBody>
      </p:sp>
      <p:sp>
        <p:nvSpPr>
          <p:cNvPr id="20" name="issue-kind-3-b">
            <a:extLst xmlns:a="http://schemas.openxmlformats.org/drawingml/2006/main">
              <a:ext uri="{FF2B5EF4-FFF2-40B4-BE49-F238E27FC236}">
                <a16:creationId xmlns:a16="http://schemas.microsoft.com/office/drawing/2014/main" id="{843E09A2-EF7D-475C-AE28-98AEE698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81575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工具与参数按规则拒绝</a:t>
            </a:r>
          </a:p>
        </p:txBody>
      </p:sp>
      <p:sp>
        <p:nvSpPr>
          <p:cNvPr id="21" name="local-edits">
            <a:extLst xmlns:a="http://schemas.openxmlformats.org/drawingml/2006/main">
              <a:ext uri="{FF2B5EF4-FFF2-40B4-BE49-F238E27FC236}">
                <a16:creationId xmlns:a16="http://schemas.microsoft.com/office/drawing/2014/main" id="{1B33A1A3-A8A8-4B21-94D8-C95ECF22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62400"/>
            <a:ext cx="40767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local-edits-n">
            <a:extLst xmlns:a="http://schemas.openxmlformats.org/drawingml/2006/main">
              <a:ext uri="{FF2B5EF4-FFF2-40B4-BE49-F238E27FC236}">
                <a16:creationId xmlns:a16="http://schemas.microsoft.com/office/drawing/2014/main" id="{B6277E7E-2D89-48B8-843B-512A09D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990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4</a:t>
            </a:r>
          </a:p>
        </p:txBody>
      </p:sp>
      <p:sp>
        <p:nvSpPr>
          <p:cNvPr id="23" name="local-edits-title">
            <a:extLst xmlns:a="http://schemas.openxmlformats.org/drawingml/2006/main">
              <a:ext uri="{FF2B5EF4-FFF2-40B4-BE49-F238E27FC236}">
                <a16:creationId xmlns:a16="http://schemas.microsoft.com/office/drawing/2014/main" id="{8F3B164D-EE44-4CDA-A36D-3461D9B5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57675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处局部修订</a:t>
            </a:r>
          </a:p>
        </p:txBody>
      </p:sp>
      <p:sp>
        <p:nvSpPr>
          <p:cNvPr id="24" name="local-edits-list">
            <a:extLst xmlns:a="http://schemas.openxmlformats.org/drawingml/2006/main">
              <a:ext uri="{FF2B5EF4-FFF2-40B4-BE49-F238E27FC236}">
                <a16:creationId xmlns:a16="http://schemas.microsoft.com/office/drawing/2014/main" id="{40065D0D-2675-44F4-9804-C0F93CD3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86300"/>
            <a:ext cx="2324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插入 · 重排 · 删除工具 · 删除参数</a:t>
            </a:r>
          </a:p>
        </p:txBody>
      </p:sp>
      <p:sp>
        <p:nvSpPr>
          <p:cNvPr id="25" name="demo-honesty">
            <a:extLst xmlns:a="http://schemas.openxmlformats.org/drawingml/2006/main">
              <a:ext uri="{FF2B5EF4-FFF2-40B4-BE49-F238E27FC236}">
                <a16:creationId xmlns:a16="http://schemas.microsoft.com/office/drawing/2014/main" id="{284D7102-64B5-4DFB-BED3-406F9584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15000"/>
            <a:ext cx="11353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6" name="demo-honesty-text">
            <a:extLst xmlns:a="http://schemas.openxmlformats.org/drawingml/2006/main">
              <a:ext uri="{FF2B5EF4-FFF2-40B4-BE49-F238E27FC236}">
                <a16:creationId xmlns:a16="http://schemas.microsoft.com/office/drawing/2014/main" id="{97D4F260-B444-4303-B23B-FEC53896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934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现场重算＝操作者审核 Gold 的受控错误集；稳定验证质检与修订，不冒充原始素材实时推理。</a:t>
            </a:r>
          </a:p>
        </p:txBody>
      </p:sp>
      <p:sp>
        <p:nvSpPr>
          <p:cNvPr id="27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612D52A6-292F-4813-9FC5-5B6EDE81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28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66A69A33-EC14-428A-A17F-C1178FD2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来源：N31 Gold演示包 summary / initial_conflicts / revision_audit</a:t>
            </a:r>
          </a:p>
        </p:txBody>
      </p:sp>
      <p:sp>
        <p:nvSpPr>
          <p:cNvPr id="29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7C698D56-7DB6-48FE-ADF4-3867E2D8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883893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-5">
            <a:extLst xmlns:a="http://schemas.openxmlformats.org/drawingml/2006/main">
              <a:ext uri="{FF2B5EF4-FFF2-40B4-BE49-F238E27FC236}">
                <a16:creationId xmlns:a16="http://schemas.microsoft.com/office/drawing/2014/main" id="{8A716ED3-3780-4726-A8BD-7B287991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TRACEABILITY · NOT JUST CITATIONS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99F3A20-88AC-407C-A184-4E0691B7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每一步，都能回到页码或时间点</a:t>
            </a:r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DFEDCFB9-B8EC-437B-B885-1D3E5016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05</a:t>
            </a:r>
          </a:p>
        </p:txBody>
      </p:sp>
      <p:sp>
        <p:nvSpPr>
          <p:cNvPr id="4" name="evidence-stat-1">
            <a:extLst xmlns:a="http://schemas.openxmlformats.org/drawingml/2006/main">
              <a:ext uri="{FF2B5EF4-FFF2-40B4-BE49-F238E27FC236}">
                <a16:creationId xmlns:a16="http://schemas.microsoft.com/office/drawing/2014/main" id="{2596A5A7-36FC-4483-897A-F39A9481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2571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" name="evidence-stat-2">
            <a:extLst xmlns:a="http://schemas.openxmlformats.org/drawingml/2006/main">
              <a:ext uri="{FF2B5EF4-FFF2-40B4-BE49-F238E27FC236}">
                <a16:creationId xmlns:a16="http://schemas.microsoft.com/office/drawing/2014/main" id="{D5C55EBE-BEAC-4765-919F-6BDA7B45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409700"/>
            <a:ext cx="2571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6" name="evidence-stat-3">
            <a:extLst xmlns:a="http://schemas.openxmlformats.org/drawingml/2006/main">
              <a:ext uri="{FF2B5EF4-FFF2-40B4-BE49-F238E27FC236}">
                <a16:creationId xmlns:a16="http://schemas.microsoft.com/office/drawing/2014/main" id="{06987158-033E-4EC5-9D81-F8687FF2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09700"/>
            <a:ext cx="2571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7" name="evidence-stat-1-v">
            <a:extLst xmlns:a="http://schemas.openxmlformats.org/drawingml/2006/main">
              <a:ext uri="{FF2B5EF4-FFF2-40B4-BE49-F238E27FC236}">
                <a16:creationId xmlns:a16="http://schemas.microsoft.com/office/drawing/2014/main" id="{15EA04BC-5611-4E93-88F3-3F2F12D4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2095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15"/>
          </a:bodyPr>
          <a:lstStyle xmlns:a="http://schemas.openxmlformats.org/drawingml/2006/main"/>
          <a:p xmlns:a="http://schemas.openxmlformats.org/drawingml/2006/main">
            <a:pPr algn="l">
              <a:buNone/>
              <a:defRPr sz="42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154</a:t>
            </a:r>
          </a:p>
        </p:txBody>
      </p:sp>
      <p:sp>
        <p:nvSpPr>
          <p:cNvPr id="8" name="evidence-stat-1-l">
            <a:extLst xmlns:a="http://schemas.openxmlformats.org/drawingml/2006/main">
              <a:ext uri="{FF2B5EF4-FFF2-40B4-BE49-F238E27FC236}">
                <a16:creationId xmlns:a16="http://schemas.microsoft.com/office/drawing/2014/main" id="{447EC401-2B91-4C59-9395-352F2741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Evidence Catalog</a:t>
            </a:r>
          </a:p>
        </p:txBody>
      </p:sp>
      <p:sp>
        <p:nvSpPr>
          <p:cNvPr id="9" name="evidence-stat-2-v">
            <a:extLst xmlns:a="http://schemas.openxmlformats.org/drawingml/2006/main">
              <a:ext uri="{FF2B5EF4-FFF2-40B4-BE49-F238E27FC236}">
                <a16:creationId xmlns:a16="http://schemas.microsoft.com/office/drawing/2014/main" id="{7DDFE8B8-7C24-499F-A326-C1088CB5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81150"/>
            <a:ext cx="2095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15"/>
          </a:bodyPr>
          <a:lstStyle xmlns:a="http://schemas.openxmlformats.org/drawingml/2006/main"/>
          <a:p xmlns:a="http://schemas.openxmlformats.org/drawingml/2006/main">
            <a:pPr algn="l">
              <a:buNone/>
              <a:defRPr sz="42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12</a:t>
            </a:r>
          </a:p>
        </p:txBody>
      </p:sp>
      <p:sp>
        <p:nvSpPr>
          <p:cNvPr id="10" name="evidence-stat-2-l">
            <a:extLst xmlns:a="http://schemas.openxmlformats.org/drawingml/2006/main">
              <a:ext uri="{FF2B5EF4-FFF2-40B4-BE49-F238E27FC236}">
                <a16:creationId xmlns:a16="http://schemas.microsoft.com/office/drawing/2014/main" id="{DA2C2110-B4BA-40C5-84CE-8895AAC1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口述时间段</a:t>
            </a:r>
          </a:p>
        </p:txBody>
      </p:sp>
      <p:sp>
        <p:nvSpPr>
          <p:cNvPr id="11" name="evidence-stat-3-v">
            <a:extLst xmlns:a="http://schemas.openxmlformats.org/drawingml/2006/main">
              <a:ext uri="{FF2B5EF4-FFF2-40B4-BE49-F238E27FC236}">
                <a16:creationId xmlns:a16="http://schemas.microsoft.com/office/drawing/2014/main" id="{5BC7E0A1-CAA0-4145-91C2-7F939ACE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095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15"/>
          </a:bodyPr>
          <a:lstStyle xmlns:a="http://schemas.openxmlformats.org/drawingml/2006/main"/>
          <a:p xmlns:a="http://schemas.openxmlformats.org/drawingml/2006/main">
            <a:pPr algn="l">
              <a:buNone/>
              <a:defRPr sz="42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13</a:t>
            </a:r>
          </a:p>
        </p:txBody>
      </p:sp>
      <p:sp>
        <p:nvSpPr>
          <p:cNvPr id="12" name="evidence-stat-3-l">
            <a:extLst xmlns:a="http://schemas.openxmlformats.org/drawingml/2006/main">
              <a:ext uri="{FF2B5EF4-FFF2-40B4-BE49-F238E27FC236}">
                <a16:creationId xmlns:a16="http://schemas.microsoft.com/office/drawing/2014/main" id="{DD08182D-D1AF-44F2-B879-78262EB5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Gold步骤</a:t>
            </a:r>
          </a:p>
        </p:txBody>
      </p:sp>
      <p:pic>
        <p:nvPicPr>
          <p:cNvPr id="51" name="N31操作画面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891d41ded46ec"/>
          <a:srcRect xmlns:a="http://schemas.openxmlformats.org/drawingml/2006/main" l="0" t="8751" r="0" b="8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1409700"/>
            <a:ext cx="2914650" cy="1352550"/>
          </a:xfrm>
          <a:prstGeom xmlns:a="http://schemas.openxmlformats.org/drawingml/2006/main" prst="roundRect">
            <a:avLst>
              <a:gd name="adj" fmla="val 8451"/>
            </a:avLst>
          </a:prstGeom>
        </p:spPr>
      </p:pic>
      <p:sp>
        <p:nvSpPr>
          <p:cNvPr id="14" name="evidence-example-label">
            <a:extLst xmlns:a="http://schemas.openxmlformats.org/drawingml/2006/main">
              <a:ext uri="{FF2B5EF4-FFF2-40B4-BE49-F238E27FC236}">
                <a16:creationId xmlns:a16="http://schemas.microsoft.com/office/drawing/2014/main" id="{12A1789D-51E5-4F3D-B8D5-EE5D6185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813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一条步骤的证据链</a:t>
            </a:r>
          </a:p>
        </p:txBody>
      </p:sp>
      <p:sp>
        <p:nvSpPr>
          <p:cNvPr id="15" name="evidence-step">
            <a:extLst xmlns:a="http://schemas.openxmlformats.org/drawingml/2006/main">
              <a:ext uri="{FF2B5EF4-FFF2-40B4-BE49-F238E27FC236}">
                <a16:creationId xmlns:a16="http://schemas.microsoft.com/office/drawing/2014/main" id="{3B540C96-7823-4AD1-998C-F4044A70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00450"/>
            <a:ext cx="26860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evidence-step-id">
            <a:extLst xmlns:a="http://schemas.openxmlformats.org/drawingml/2006/main">
              <a:ext uri="{FF2B5EF4-FFF2-40B4-BE49-F238E27FC236}">
                <a16:creationId xmlns:a16="http://schemas.microsoft.com/office/drawing/2014/main" id="{FEB65203-1041-4F50-9152-4CC66C8B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S09</a:t>
            </a:r>
          </a:p>
        </p:txBody>
      </p:sp>
      <p:sp>
        <p:nvSpPr>
          <p:cNvPr id="17" name="evidence-step-title">
            <a:extLst xmlns:a="http://schemas.openxmlformats.org/drawingml/2006/main">
              <a:ext uri="{FF2B5EF4-FFF2-40B4-BE49-F238E27FC236}">
                <a16:creationId xmlns:a16="http://schemas.microsoft.com/office/drawing/2014/main" id="{9069E07C-CF55-4E13-B753-E1A997DF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152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执行缝标学习</a:t>
            </a:r>
          </a:p>
        </p:txBody>
      </p:sp>
      <p:sp>
        <p:nvSpPr>
          <p:cNvPr id="18" name="evidence-step-note">
            <a:extLst xmlns:a="http://schemas.openxmlformats.org/drawingml/2006/main">
              <a:ext uri="{FF2B5EF4-FFF2-40B4-BE49-F238E27FC236}">
                <a16:creationId xmlns:a16="http://schemas.microsoft.com/office/drawing/2014/main" id="{228C6751-CFE1-4422-84BC-127434F8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必要步骤 · VERIFIED</a:t>
            </a:r>
          </a:p>
        </p:txBody>
      </p:sp>
      <p:sp>
        <p:nvSpPr>
          <p:cNvPr id="19" name="evidence-arrow">
            <a:extLst xmlns:a="http://schemas.openxmlformats.org/drawingml/2006/main">
              <a:ext uri="{FF2B5EF4-FFF2-40B4-BE49-F238E27FC236}">
                <a16:creationId xmlns:a16="http://schemas.microsoft.com/office/drawing/2014/main" id="{AE7D0259-84E2-4DD8-87DD-0CA2A4A5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48150"/>
            <a:ext cx="495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→</a:t>
            </a:r>
          </a:p>
        </p:txBody>
      </p:sp>
      <p:sp>
        <p:nvSpPr>
          <p:cNvPr id="20" name="evidence-manual">
            <a:extLst xmlns:a="http://schemas.openxmlformats.org/drawingml/2006/main">
              <a:ext uri="{FF2B5EF4-FFF2-40B4-BE49-F238E27FC236}">
                <a16:creationId xmlns:a16="http://schemas.microsoft.com/office/drawing/2014/main" id="{883D89D3-11B5-417B-8FFC-4A0AAC0A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0450"/>
            <a:ext cx="24193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21" name="evidence-video">
            <a:extLst xmlns:a="http://schemas.openxmlformats.org/drawingml/2006/main">
              <a:ext uri="{FF2B5EF4-FFF2-40B4-BE49-F238E27FC236}">
                <a16:creationId xmlns:a16="http://schemas.microsoft.com/office/drawing/2014/main" id="{862269F5-A473-4BDA-8A0C-F12BF106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24193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22" name="evidence-audio">
            <a:extLst xmlns:a="http://schemas.openxmlformats.org/drawingml/2006/main">
              <a:ext uri="{FF2B5EF4-FFF2-40B4-BE49-F238E27FC236}">
                <a16:creationId xmlns:a16="http://schemas.microsoft.com/office/drawing/2014/main" id="{151E5F39-C531-4122-B140-DCC752C7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00450"/>
            <a:ext cx="26860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23" name="evidence-manual-k">
            <a:extLst xmlns:a="http://schemas.openxmlformats.org/drawingml/2006/main">
              <a:ext uri="{FF2B5EF4-FFF2-40B4-BE49-F238E27FC236}">
                <a16:creationId xmlns:a16="http://schemas.microsoft.com/office/drawing/2014/main" id="{76973874-2CBC-4BDE-AD2C-0F6CD5DD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1000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PDF</a:t>
            </a:r>
          </a:p>
        </p:txBody>
      </p:sp>
      <p:sp>
        <p:nvSpPr>
          <p:cNvPr id="24" name="evidence-manual-v">
            <a:extLst xmlns:a="http://schemas.openxmlformats.org/drawingml/2006/main">
              <a:ext uri="{FF2B5EF4-FFF2-40B4-BE49-F238E27FC236}">
                <a16:creationId xmlns:a16="http://schemas.microsoft.com/office/drawing/2014/main" id="{BDCECDA9-189A-494D-9234-6DDF32C4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1957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E104</a:t>
            </a:r>
          </a:p>
        </p:txBody>
      </p:sp>
      <p:sp>
        <p:nvSpPr>
          <p:cNvPr id="25" name="evidence-manual-l">
            <a:extLst xmlns:a="http://schemas.openxmlformats.org/drawingml/2006/main">
              <a:ext uri="{FF2B5EF4-FFF2-40B4-BE49-F238E27FC236}">
                <a16:creationId xmlns:a16="http://schemas.microsoft.com/office/drawing/2014/main" id="{ACCF25C8-388B-4EDA-AD25-4F16C447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815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用户手册 · P20</a:t>
            </a:r>
          </a:p>
        </p:txBody>
      </p:sp>
      <p:sp>
        <p:nvSpPr>
          <p:cNvPr id="26" name="evidence-video-k">
            <a:extLst xmlns:a="http://schemas.openxmlformats.org/drawingml/2006/main">
              <a:ext uri="{FF2B5EF4-FFF2-40B4-BE49-F238E27FC236}">
                <a16:creationId xmlns:a16="http://schemas.microsoft.com/office/drawing/2014/main" id="{27344684-405D-4742-B984-96357AC0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100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VIDEO</a:t>
            </a:r>
          </a:p>
        </p:txBody>
      </p:sp>
      <p:sp>
        <p:nvSpPr>
          <p:cNvPr id="27" name="evidence-video-v">
            <a:extLst xmlns:a="http://schemas.openxmlformats.org/drawingml/2006/main">
              <a:ext uri="{FF2B5EF4-FFF2-40B4-BE49-F238E27FC236}">
                <a16:creationId xmlns:a16="http://schemas.microsoft.com/office/drawing/2014/main" id="{EB8DEA56-1B46-42CD-B21E-AA1F4C3B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957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E039</a:t>
            </a:r>
          </a:p>
        </p:txBody>
      </p:sp>
      <p:sp>
        <p:nvSpPr>
          <p:cNvPr id="28" name="evidence-video-l">
            <a:extLst xmlns:a="http://schemas.openxmlformats.org/drawingml/2006/main">
              <a:ext uri="{FF2B5EF4-FFF2-40B4-BE49-F238E27FC236}">
                <a16:creationId xmlns:a16="http://schemas.microsoft.com/office/drawing/2014/main" id="{A9E40FF5-F2D9-4E37-A595-FD66F3D0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190–195秒</a:t>
            </a:r>
          </a:p>
        </p:txBody>
      </p:sp>
      <p:sp>
        <p:nvSpPr>
          <p:cNvPr id="29" name="evidence-audio-k">
            <a:extLst xmlns:a="http://schemas.openxmlformats.org/drawingml/2006/main">
              <a:ext uri="{FF2B5EF4-FFF2-40B4-BE49-F238E27FC236}">
                <a16:creationId xmlns:a16="http://schemas.microsoft.com/office/drawing/2014/main" id="{89A5E844-DF25-4441-A667-DE35871C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100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EXPERT AUDIO</a:t>
            </a:r>
          </a:p>
        </p:txBody>
      </p:sp>
      <p:sp>
        <p:nvSpPr>
          <p:cNvPr id="30" name="evidence-audio-v">
            <a:extLst xmlns:a="http://schemas.openxmlformats.org/drawingml/2006/main">
              <a:ext uri="{FF2B5EF4-FFF2-40B4-BE49-F238E27FC236}">
                <a16:creationId xmlns:a16="http://schemas.microsoft.com/office/drawing/2014/main" id="{A1797661-7B78-4A47-8E9A-C71E4752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19575"/>
            <a:ext cx="2228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E148</a:t>
            </a:r>
          </a:p>
        </p:txBody>
      </p:sp>
      <p:sp>
        <p:nvSpPr>
          <p:cNvPr id="31" name="evidence-audio-l">
            <a:extLst xmlns:a="http://schemas.openxmlformats.org/drawingml/2006/main">
              <a:ext uri="{FF2B5EF4-FFF2-40B4-BE49-F238E27FC236}">
                <a16:creationId xmlns:a16="http://schemas.microsoft.com/office/drawing/2014/main" id="{78B457FF-0843-425A-B2A3-3987E5E8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81550"/>
            <a:ext cx="2228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153.84–195.68秒</a:t>
            </a:r>
          </a:p>
        </p:txBody>
      </p:sp>
      <p:sp>
        <p:nvSpPr>
          <p:cNvPr id="32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8231F91A-2786-4ACD-9746-129D9EC1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53100"/>
            <a:ext cx="11353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3" name="evidence-rule-text">
            <a:extLst xmlns:a="http://schemas.openxmlformats.org/drawingml/2006/main">
              <a:ext uri="{FF2B5EF4-FFF2-40B4-BE49-F238E27FC236}">
                <a16:creationId xmlns:a16="http://schemas.microsoft.com/office/drawing/2014/main" id="{F44FFE31-BEBD-4272-A0BF-5BB10FF4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934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引用存在 ≠ 证据充分：低可见度、遮挡和来源冲突会进入待复核，不会被伪装成事实。</a:t>
            </a:r>
          </a:p>
        </p:txBody>
      </p:sp>
      <p:sp>
        <p:nvSpPr>
          <p:cNvPr id="34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66767BBA-A4CD-4771-A5CC-35C2CC4B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35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556FEB9D-5BD0-451F-93FF-D200E3A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来源：Gold SOP与Evidence Catalog；示例为S09缝标学习</a:t>
            </a:r>
          </a:p>
        </p:txBody>
      </p:sp>
      <p:sp>
        <p:nvSpPr>
          <p:cNvPr id="3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139BAD4E-B401-416B-B3BD-1F17FA27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1166260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6">
            <a:extLst xmlns:a="http://schemas.openxmlformats.org/drawingml/2006/main">
              <a:ext uri="{FF2B5EF4-FFF2-40B4-BE49-F238E27FC236}">
                <a16:creationId xmlns:a16="http://schemas.microsoft.com/office/drawing/2014/main" id="{8ED5BB30-F02B-4A00-8533-6DC88DBC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LOCAL COMPUTE · EXPLICIT CLAIM BOUNDARY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046AE03-F054-4702-A6AE-6D748130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DGX Spark：把敏感视频留在现场</a:t>
            </a:r>
          </a:p>
        </p:txBody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F9DBFD06-B3B3-4C15-B1E7-40AC7641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06</a:t>
            </a:r>
          </a:p>
        </p:txBody>
      </p:sp>
      <p:sp>
        <p:nvSpPr>
          <p:cNvPr id="4" name="dgx-metrics">
            <a:extLst xmlns:a="http://schemas.openxmlformats.org/drawingml/2006/main">
              <a:ext uri="{FF2B5EF4-FFF2-40B4-BE49-F238E27FC236}">
                <a16:creationId xmlns:a16="http://schemas.microsoft.com/office/drawing/2014/main" id="{3C729465-58AD-43FA-9D28-9250FD86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4171950" cy="42100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5" name="dgx-gpu-label">
            <a:extLst xmlns:a="http://schemas.openxmlformats.org/drawingml/2006/main">
              <a:ext uri="{FF2B5EF4-FFF2-40B4-BE49-F238E27FC236}">
                <a16:creationId xmlns:a16="http://schemas.microsoft.com/office/drawing/2014/main" id="{B93B5108-6796-48CA-84DC-47933E38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GPU</a:t>
            </a:r>
          </a:p>
        </p:txBody>
      </p:sp>
      <p:sp>
        <p:nvSpPr>
          <p:cNvPr id="6" name="dgx-gpu-value">
            <a:extLst xmlns:a="http://schemas.openxmlformats.org/drawingml/2006/main">
              <a:ext uri="{FF2B5EF4-FFF2-40B4-BE49-F238E27FC236}">
                <a16:creationId xmlns:a16="http://schemas.microsoft.com/office/drawing/2014/main" id="{CE2AFC83-18B8-4942-9910-4B995024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42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NVIDIA GB10</a:t>
            </a:r>
          </a:p>
        </p:txBody>
      </p:sp>
      <p:sp>
        <p:nvSpPr>
          <p:cNvPr id="7" name="dgx-rule">
            <a:extLst xmlns:a="http://schemas.openxmlformats.org/drawingml/2006/main">
              <a:ext uri="{FF2B5EF4-FFF2-40B4-BE49-F238E27FC236}">
                <a16:creationId xmlns:a16="http://schemas.microsoft.com/office/drawing/2014/main" id="{A15E2FDA-872A-42CC-88E9-0B33FB12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8" name="dgx-6-v">
            <a:extLst xmlns:a="http://schemas.openxmlformats.org/drawingml/2006/main">
              <a:ext uri="{FF2B5EF4-FFF2-40B4-BE49-F238E27FC236}">
                <a16:creationId xmlns:a16="http://schemas.microsoft.com/office/drawing/2014/main" id="{6493D2F7-7A32-4FA1-A803-E8EEFCE8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85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6</a:t>
            </a:r>
          </a:p>
        </p:txBody>
      </p:sp>
      <p:sp>
        <p:nvSpPr>
          <p:cNvPr id="9" name="dgx-6-l">
            <a:extLst xmlns:a="http://schemas.openxmlformats.org/drawingml/2006/main">
              <a:ext uri="{FF2B5EF4-FFF2-40B4-BE49-F238E27FC236}">
                <a16:creationId xmlns:a16="http://schemas.microsoft.com/office/drawing/2014/main" id="{58B4E639-D736-48A2-8C3A-5A7685A0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安全视频</a:t>
            </a:r>
          </a:p>
        </p:txBody>
      </p:sp>
      <p:sp>
        <p:nvSpPr>
          <p:cNvPr id="10" name="dgx-420-v">
            <a:extLst xmlns:a="http://schemas.openxmlformats.org/drawingml/2006/main">
              <a:ext uri="{FF2B5EF4-FFF2-40B4-BE49-F238E27FC236}">
                <a16:creationId xmlns:a16="http://schemas.microsoft.com/office/drawing/2014/main" id="{DE6F90F0-5601-4603-8768-C9D8F012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57500"/>
            <a:ext cx="1428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420</a:t>
            </a:r>
          </a:p>
        </p:txBody>
      </p:sp>
      <p:sp>
        <p:nvSpPr>
          <p:cNvPr id="11" name="dgx-420-l">
            <a:extLst xmlns:a="http://schemas.openxmlformats.org/drawingml/2006/main">
              <a:ext uri="{FF2B5EF4-FFF2-40B4-BE49-F238E27FC236}">
                <a16:creationId xmlns:a16="http://schemas.microsoft.com/office/drawing/2014/main" id="{C3FAAB85-3F55-4A48-BBE4-394E3190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433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处理帧</a:t>
            </a:r>
          </a:p>
        </p:txBody>
      </p:sp>
      <p:sp>
        <p:nvSpPr>
          <p:cNvPr id="12" name="dgx-50-v">
            <a:extLst xmlns:a="http://schemas.openxmlformats.org/drawingml/2006/main">
              <a:ext uri="{FF2B5EF4-FFF2-40B4-BE49-F238E27FC236}">
                <a16:creationId xmlns:a16="http://schemas.microsoft.com/office/drawing/2014/main" id="{473E8B3D-0DB8-485A-8F6B-A6519995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95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50</a:t>
            </a:r>
          </a:p>
        </p:txBody>
      </p:sp>
      <p:sp>
        <p:nvSpPr>
          <p:cNvPr id="13" name="dgx-50-l">
            <a:extLst xmlns:a="http://schemas.openxmlformats.org/drawingml/2006/main">
              <a:ext uri="{FF2B5EF4-FFF2-40B4-BE49-F238E27FC236}">
                <a16:creationId xmlns:a16="http://schemas.microsoft.com/office/drawing/2014/main" id="{F28E4333-ADB3-4A1E-A6B6-27918A6B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433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候选帧</a:t>
            </a:r>
          </a:p>
        </p:txBody>
      </p:sp>
      <p:sp>
        <p:nvSpPr>
          <p:cNvPr id="14" name="dgx-time">
            <a:extLst xmlns:a="http://schemas.openxmlformats.org/drawingml/2006/main">
              <a:ext uri="{FF2B5EF4-FFF2-40B4-BE49-F238E27FC236}">
                <a16:creationId xmlns:a16="http://schemas.microsoft.com/office/drawing/2014/main" id="{0C1FA33C-DA0E-460B-BD7A-3B6D7262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33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dgx-time-v">
            <a:extLst xmlns:a="http://schemas.openxmlformats.org/drawingml/2006/main">
              <a:ext uri="{FF2B5EF4-FFF2-40B4-BE49-F238E27FC236}">
                <a16:creationId xmlns:a16="http://schemas.microsoft.com/office/drawing/2014/main" id="{893E91FC-8436-4804-9959-5CCBDDA1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13.134秒</a:t>
            </a:r>
          </a:p>
        </p:txBody>
      </p:sp>
      <p:sp>
        <p:nvSpPr>
          <p:cNvPr id="16" name="dgx-time-l">
            <a:extLst xmlns:a="http://schemas.openxmlformats.org/drawingml/2006/main">
              <a:ext uri="{FF2B5EF4-FFF2-40B4-BE49-F238E27FC236}">
                <a16:creationId xmlns:a16="http://schemas.microsoft.com/office/drawing/2014/main" id="{5769FF0B-CD57-48C0-BC49-9898B33C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67200"/>
            <a:ext cx="135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端到端计算</a:t>
            </a:r>
          </a:p>
        </p:txBody>
      </p:sp>
      <p:sp>
        <p:nvSpPr>
          <p:cNvPr id="17" name="dgx-stack">
            <a:extLst xmlns:a="http://schemas.openxmlformats.org/drawingml/2006/main">
              <a:ext uri="{FF2B5EF4-FFF2-40B4-BE49-F238E27FC236}">
                <a16:creationId xmlns:a16="http://schemas.microsoft.com/office/drawing/2014/main" id="{7A324F5E-A81C-45E7-A505-B13F1B0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333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8" name="dgx-stack-t">
            <a:extLst xmlns:a="http://schemas.openxmlformats.org/drawingml/2006/main">
              <a:ext uri="{FF2B5EF4-FFF2-40B4-BE49-F238E27FC236}">
                <a16:creationId xmlns:a16="http://schemas.microsoft.com/office/drawing/2014/main" id="{180C2973-4717-45BB-A8E7-85444D96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29908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原生 Python + FFmpeg + CUDA</a:t>
            </a:r>
          </a:p>
        </p:txBody>
      </p:sp>
      <p:sp>
        <p:nvSpPr>
          <p:cNvPr id="19" name="dgx-shot-frame">
            <a:extLst xmlns:a="http://schemas.openxmlformats.org/drawingml/2006/main">
              <a:ext uri="{FF2B5EF4-FFF2-40B4-BE49-F238E27FC236}">
                <a16:creationId xmlns:a16="http://schemas.microsoft.com/office/drawing/2014/main" id="{5155423E-4D21-493C-A1C5-6289B687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09700"/>
            <a:ext cx="687705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0B1713"/>
          </a:solidFill>
          <a:ln xmlns:a="http://schemas.openxmlformats.org/drawingml/2006/main" w="0">
            <a:solidFill>
              <a:srgbClr val="0B1713"/>
            </a:solidFill>
            <a:prstDash val="solid"/>
          </a:ln>
        </p:spPr>
      </p:sp>
      <p:pic>
        <p:nvPicPr>
          <p:cNvPr id="47" name="DGX Web计算报告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bcc64b2d440f5"/>
          <a:srcRect xmlns:a="http://schemas.openxmlformats.org/drawingml/2006/main" l="0" t="3843" r="0" b="3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5850" y="1409700"/>
            <a:ext cx="6877050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21" name="dgx-boundary">
            <a:extLst xmlns:a="http://schemas.openxmlformats.org/drawingml/2006/main">
              <a:ext uri="{FF2B5EF4-FFF2-40B4-BE49-F238E27FC236}">
                <a16:creationId xmlns:a16="http://schemas.microsoft.com/office/drawing/2014/main" id="{84DECEF9-681F-4474-ADBC-48A28290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48350"/>
            <a:ext cx="113538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3233A"/>
          </a:solidFill>
          <a:ln xmlns:a="http://schemas.openxmlformats.org/drawingml/2006/main" w="0">
            <a:solidFill>
              <a:srgbClr val="13233A"/>
            </a:solidFill>
            <a:prstDash val="solid"/>
          </a:ln>
        </p:spPr>
      </p:sp>
      <p:sp>
        <p:nvSpPr>
          <p:cNvPr id="22" name="dgx-boundary-t">
            <a:extLst xmlns:a="http://schemas.openxmlformats.org/drawingml/2006/main">
              <a:ext uri="{FF2B5EF4-FFF2-40B4-BE49-F238E27FC236}">
                <a16:creationId xmlns:a16="http://schemas.microsoft.com/office/drawing/2014/main" id="{0C3906EA-C45C-40CA-AB33-E51705DA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候选筛选 ≠ 语义结论  ·  P0无需Docker  ·  Docker仅在部署本地GPU模型或VSS时处理</a:t>
            </a:r>
          </a:p>
        </p:txBody>
      </p:sp>
      <p:sp>
        <p:nvSpPr>
          <p:cNvPr id="23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643E3EF4-27A9-41F3-AA39-616EFE35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24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6C41DC17-E649-46F2-B6DE-9C227983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来源：DGX Spark原生CUDA视觉计算报告 v1</a:t>
            </a:r>
          </a:p>
        </p:txBody>
      </p:sp>
      <p:sp>
        <p:nvSpPr>
          <p:cNvPr id="2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013D2AD6-49D5-4FB0-98FA-44BC8FA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672577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7">
            <a:extLst xmlns:a="http://schemas.openxmlformats.org/drawingml/2006/main">
              <a:ext uri="{FF2B5EF4-FFF2-40B4-BE49-F238E27FC236}">
                <a16:creationId xmlns:a16="http://schemas.microsoft.com/office/drawing/2014/main" id="{2E79C704-4084-4AF6-98DC-9B3CE5F8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MEASURED ON OPERATOR-REVIEWED GOLD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672517F-A56A-481B-993F-18F9F531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错误5→0，覆盖率90%→100%</a:t>
            </a:r>
          </a:p>
        </p:txBody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76A8A68F-9722-4A82-B6C7-3EB59104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07</a:t>
            </a:r>
          </a:p>
        </p:txBody>
      </p:sp>
      <p:sp>
        <p:nvSpPr>
          <p:cNvPr id="4" name="chart-bg">
            <a:extLst xmlns:a="http://schemas.openxmlformats.org/drawingml/2006/main">
              <a:ext uri="{FF2B5EF4-FFF2-40B4-BE49-F238E27FC236}">
                <a16:creationId xmlns:a16="http://schemas.microsoft.com/office/drawing/2014/main" id="{66523B57-DDFB-4D1A-8FFD-37D92BE5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70535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5" name="chart-label">
            <a:extLst xmlns:a="http://schemas.openxmlformats.org/drawingml/2006/main">
              <a:ext uri="{FF2B5EF4-FFF2-40B4-BE49-F238E27FC236}">
                <a16:creationId xmlns:a16="http://schemas.microsoft.com/office/drawing/2014/main" id="{CEAEB166-96A7-4E60-9E5A-F7E4FE53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严重错误数量</a:t>
            </a:r>
          </a:p>
        </p:txBody>
      </p:sp>
      <p:sp>
        <p:nvSpPr>
          <p:cNvPr id="6" name="result-card-1">
            <a:extLst xmlns:a="http://schemas.openxmlformats.org/drawingml/2006/main">
              <a:ext uri="{FF2B5EF4-FFF2-40B4-BE49-F238E27FC236}">
                <a16:creationId xmlns:a16="http://schemas.microsoft.com/office/drawing/2014/main" id="{B05C1A90-D273-4ADC-9F45-C48F1057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29527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result-card-2">
            <a:extLst xmlns:a="http://schemas.openxmlformats.org/drawingml/2006/main">
              <a:ext uri="{FF2B5EF4-FFF2-40B4-BE49-F238E27FC236}">
                <a16:creationId xmlns:a16="http://schemas.microsoft.com/office/drawing/2014/main" id="{102796EB-1161-4F0E-90C3-D66938A1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66850"/>
            <a:ext cx="3181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result-card-1-v">
            <a:extLst xmlns:a="http://schemas.openxmlformats.org/drawingml/2006/main">
              <a:ext uri="{FF2B5EF4-FFF2-40B4-BE49-F238E27FC236}">
                <a16:creationId xmlns:a16="http://schemas.microsoft.com/office/drawing/2014/main" id="{568E04DA-3ED7-4D64-B11D-90E7A279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09750"/>
            <a:ext cx="2495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90% → 100%</a:t>
            </a:r>
          </a:p>
        </p:txBody>
      </p:sp>
      <p:sp>
        <p:nvSpPr>
          <p:cNvPr id="9" name="result-card-1-l">
            <a:extLst xmlns:a="http://schemas.openxmlformats.org/drawingml/2006/main">
              <a:ext uri="{FF2B5EF4-FFF2-40B4-BE49-F238E27FC236}">
                <a16:creationId xmlns:a16="http://schemas.microsoft.com/office/drawing/2014/main" id="{B7C818A0-D767-47D0-801C-FF1756C9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00300"/>
            <a:ext cx="2495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必要步骤覆盖</a:t>
            </a:r>
          </a:p>
        </p:txBody>
      </p:sp>
      <p:sp>
        <p:nvSpPr>
          <p:cNvPr id="10" name="result-card-2-v">
            <a:extLst xmlns:a="http://schemas.openxmlformats.org/drawingml/2006/main">
              <a:ext uri="{FF2B5EF4-FFF2-40B4-BE49-F238E27FC236}">
                <a16:creationId xmlns:a16="http://schemas.microsoft.com/office/drawing/2014/main" id="{396498C5-0163-4DBB-BFFA-D47099EF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724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90% → 100%</a:t>
            </a:r>
          </a:p>
        </p:txBody>
      </p:sp>
      <p:sp>
        <p:nvSpPr>
          <p:cNvPr id="11" name="result-card-2-l">
            <a:extLst xmlns:a="http://schemas.openxmlformats.org/drawingml/2006/main">
              <a:ext uri="{FF2B5EF4-FFF2-40B4-BE49-F238E27FC236}">
                <a16:creationId xmlns:a16="http://schemas.microsoft.com/office/drawing/2014/main" id="{CC6D38B7-6324-4E81-A899-05556E7A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00300"/>
            <a:ext cx="2724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证据覆盖</a:t>
            </a:r>
          </a:p>
        </p:txBody>
      </p:sp>
      <p:sp>
        <p:nvSpPr>
          <p:cNvPr id="12" name="result-tests">
            <a:extLst xmlns:a="http://schemas.openxmlformats.org/drawingml/2006/main">
              <a:ext uri="{FF2B5EF4-FFF2-40B4-BE49-F238E27FC236}">
                <a16:creationId xmlns:a16="http://schemas.microsoft.com/office/drawing/2014/main" id="{DE8D5C54-F0DF-4387-AF57-51BDD7AD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6343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result-tests-v">
            <a:extLst xmlns:a="http://schemas.openxmlformats.org/drawingml/2006/main">
              <a:ext uri="{FF2B5EF4-FFF2-40B4-BE49-F238E27FC236}">
                <a16:creationId xmlns:a16="http://schemas.microsoft.com/office/drawing/2014/main" id="{68E9C275-A8F3-45B5-B78B-1C9C2FF5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76625"/>
            <a:ext cx="161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45 / 45</a:t>
            </a:r>
          </a:p>
        </p:txBody>
      </p:sp>
      <p:sp>
        <p:nvSpPr>
          <p:cNvPr id="14" name="result-tests-l">
            <a:extLst xmlns:a="http://schemas.openxmlformats.org/drawingml/2006/main">
              <a:ext uri="{FF2B5EF4-FFF2-40B4-BE49-F238E27FC236}">
                <a16:creationId xmlns:a16="http://schemas.microsoft.com/office/drawing/2014/main" id="{C969879E-4A13-4E55-B09B-158073A0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4019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本机与DGX自动测试（路演层新增前基线）</a:t>
            </a:r>
          </a:p>
        </p:txBody>
      </p:sp>
      <p:sp>
        <p:nvSpPr>
          <p:cNvPr id="15" name="outputs-label">
            <a:extLst xmlns:a="http://schemas.openxmlformats.org/drawingml/2006/main">
              <a:ext uri="{FF2B5EF4-FFF2-40B4-BE49-F238E27FC236}">
                <a16:creationId xmlns:a16="http://schemas.microsoft.com/office/drawing/2014/main" id="{114C1038-2B1B-4894-8876-2C5C4E65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386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同一份Gold继续生成</a:t>
            </a:r>
          </a:p>
        </p:txBody>
      </p:sp>
      <p:sp>
        <p:nvSpPr>
          <p:cNvPr id="16" name="output-sop">
            <a:extLst xmlns:a="http://schemas.openxmlformats.org/drawingml/2006/main">
              <a:ext uri="{FF2B5EF4-FFF2-40B4-BE49-F238E27FC236}">
                <a16:creationId xmlns:a16="http://schemas.microsoft.com/office/drawing/2014/main" id="{DE14B265-1179-458A-99A1-B846023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0060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7" name="output-check">
            <a:extLst xmlns:a="http://schemas.openxmlformats.org/drawingml/2006/main">
              <a:ext uri="{FF2B5EF4-FFF2-40B4-BE49-F238E27FC236}">
                <a16:creationId xmlns:a16="http://schemas.microsoft.com/office/drawing/2014/main" id="{F5D1AECB-95F8-45B1-BA3C-5C57C2D6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0060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8" name="output-quiz">
            <a:extLst xmlns:a="http://schemas.openxmlformats.org/drawingml/2006/main">
              <a:ext uri="{FF2B5EF4-FFF2-40B4-BE49-F238E27FC236}">
                <a16:creationId xmlns:a16="http://schemas.microsoft.com/office/drawing/2014/main" id="{E056ACE8-A204-4E9C-A7B5-1FC1F2C9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0060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9" name="output-media">
            <a:extLst xmlns:a="http://schemas.openxmlformats.org/drawingml/2006/main">
              <a:ext uri="{FF2B5EF4-FFF2-40B4-BE49-F238E27FC236}">
                <a16:creationId xmlns:a16="http://schemas.microsoft.com/office/drawing/2014/main" id="{F2144614-3359-44B5-95F3-2977EEF5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00600"/>
            <a:ext cx="16002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20" name="output-sop-t">
            <a:extLst xmlns:a="http://schemas.openxmlformats.org/drawingml/2006/main">
              <a:ext uri="{FF2B5EF4-FFF2-40B4-BE49-F238E27FC236}">
                <a16:creationId xmlns:a16="http://schemas.microsoft.com/office/drawing/2014/main" id="{86C06116-53D9-4C34-8CCF-38DCEC1A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9110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13步 SOP</a:t>
            </a:r>
          </a:p>
        </p:txBody>
      </p:sp>
      <p:sp>
        <p:nvSpPr>
          <p:cNvPr id="21" name="output-check-t">
            <a:extLst xmlns:a="http://schemas.openxmlformats.org/drawingml/2006/main">
              <a:ext uri="{FF2B5EF4-FFF2-40B4-BE49-F238E27FC236}">
                <a16:creationId xmlns:a16="http://schemas.microsoft.com/office/drawing/2014/main" id="{3DE72740-24B0-4742-B218-DB802472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9110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13项清单</a:t>
            </a:r>
          </a:p>
        </p:txBody>
      </p:sp>
      <p:sp>
        <p:nvSpPr>
          <p:cNvPr id="22" name="output-quiz-t">
            <a:extLst xmlns:a="http://schemas.openxmlformats.org/drawingml/2006/main">
              <a:ext uri="{FF2B5EF4-FFF2-40B4-BE49-F238E27FC236}">
                <a16:creationId xmlns:a16="http://schemas.microsoft.com/office/drawing/2014/main" id="{A223412F-9551-45A1-982C-4F77A6A7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9110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5题测验</a:t>
            </a:r>
          </a:p>
        </p:txBody>
      </p:sp>
      <p:sp>
        <p:nvSpPr>
          <p:cNvPr id="23" name="output-media-t">
            <a:extLst xmlns:a="http://schemas.openxmlformats.org/drawingml/2006/main">
              <a:ext uri="{FF2B5EF4-FFF2-40B4-BE49-F238E27FC236}">
                <a16:creationId xmlns:a16="http://schemas.microsoft.com/office/drawing/2014/main" id="{723EBA0F-7E1B-4090-916D-A84F6941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9110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海报 + 80秒视频</a:t>
            </a:r>
          </a:p>
        </p:txBody>
      </p:sp>
      <p:pic>
        <p:nvPicPr>
          <p:cNvPr id="55" name="训练视频十五镜头成果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9a41d8c124d8a"/>
          <a:srcRect xmlns:a="http://schemas.openxmlformats.org/drawingml/2006/main" l="0" t="31828" r="0" b="31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5257800"/>
            <a:ext cx="4705350" cy="97155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5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BE521897-DC65-40B2-A625-28374DA9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26" name="footer-source-7">
            <a:extLst xmlns:a="http://schemas.openxmlformats.org/drawingml/2006/main">
              <a:ext uri="{FF2B5EF4-FFF2-40B4-BE49-F238E27FC236}">
                <a16:creationId xmlns:a16="http://schemas.microsoft.com/office/drawing/2014/main" id="{75BB3BB2-FF21-4BF8-91B4-71578B8F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来源：N31 Gold summary、多源评测、培训成果清单与测试记录</a:t>
            </a:r>
          </a:p>
        </p:txBody>
      </p:sp>
      <p:sp>
        <p:nvSpPr>
          <p:cNvPr id="27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8D62E50D-76DD-4F60-AF28-D47CF470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7/8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4133850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4b0d3b934b41c4"/>
          </a:graphicData>
        </a:graphic>
      </p:graphicFrame>
    </p:spTree>
    <p:extLst>
      <p:ext uri="{BB962C8B-B14F-4D97-AF65-F5344CB8AC3E}">
        <p14:creationId xmlns:p14="http://schemas.microsoft.com/office/powerpoint/2010/main" val="2224718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2EE1E5E9-2908-4DA5-B72E-D961E8B9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23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0D44F1A3-60B9-4588-9251-68FF5692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SKILLFORGE · 匠传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8BE465B-871D-46E6-BA88-44F2CA23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8382000" cy="3000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不是生成更多内容，
而是让内容
能被相信。</a:t>
            </a:r>
          </a:p>
        </p:txBody>
      </p:sp>
      <p:sp>
        <p:nvSpPr>
          <p:cNvPr id="4" name="closing-values">
            <a:extLst xmlns:a="http://schemas.openxmlformats.org/drawingml/2006/main">
              <a:ext uri="{FF2B5EF4-FFF2-40B4-BE49-F238E27FC236}">
                <a16:creationId xmlns:a16="http://schemas.microsoft.com/office/drawing/2014/main" id="{08787F87-A800-497C-B715-83275E5B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47800"/>
            <a:ext cx="2876550" cy="34861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" name="closing-values-k">
            <a:extLst xmlns:a="http://schemas.openxmlformats.org/drawingml/2006/main">
              <a:ext uri="{FF2B5EF4-FFF2-40B4-BE49-F238E27FC236}">
                <a16:creationId xmlns:a16="http://schemas.microsoft.com/office/drawing/2014/main" id="{B8A888ED-8CF2-4D31-917C-2A0B3C90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24025"/>
            <a:ext cx="2343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FROM ONE N31 CASE</a:t>
            </a:r>
          </a:p>
        </p:txBody>
      </p:sp>
      <p:sp>
        <p:nvSpPr>
          <p:cNvPr id="6" name="closing-values-t">
            <a:extLst xmlns:a="http://schemas.openxmlformats.org/drawingml/2006/main">
              <a:ext uri="{FF2B5EF4-FFF2-40B4-BE49-F238E27FC236}">
                <a16:creationId xmlns:a16="http://schemas.microsoft.com/office/drawing/2014/main" id="{388186F5-E0CE-44D1-B46A-55DACBC2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343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50505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到任何设备、
任何技能</a:t>
            </a:r>
          </a:p>
        </p:txBody>
      </p:sp>
      <p:sp>
        <p:nvSpPr>
          <p:cNvPr id="7" name="closing-values-rule">
            <a:extLst xmlns:a="http://schemas.openxmlformats.org/drawingml/2006/main">
              <a:ext uri="{FF2B5EF4-FFF2-40B4-BE49-F238E27FC236}">
                <a16:creationId xmlns:a16="http://schemas.microsoft.com/office/drawing/2014/main" id="{7037FD66-71B2-4333-BFB9-1AC69E69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closing-values-list">
            <a:extLst xmlns:a="http://schemas.openxmlformats.org/drawingml/2006/main">
              <a:ext uri="{FF2B5EF4-FFF2-40B4-BE49-F238E27FC236}">
                <a16:creationId xmlns:a16="http://schemas.microsoft.com/office/drawing/2014/main" id="{48B3FD9D-CC1B-47F8-8028-32C8D849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62350"/>
            <a:ext cx="23431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33A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每一步可回源
每个问题可复检
每次修改可审计</a:t>
            </a:r>
          </a:p>
        </p:txBody>
      </p:sp>
      <p:sp>
        <p:nvSpPr>
          <p:cNvPr id="9" name="closing-dgx">
            <a:extLst xmlns:a="http://schemas.openxmlformats.org/drawingml/2006/main">
              <a:ext uri="{FF2B5EF4-FFF2-40B4-BE49-F238E27FC236}">
                <a16:creationId xmlns:a16="http://schemas.microsoft.com/office/drawing/2014/main" id="{83BA0850-0F97-4567-9B76-A1B1AB00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11353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3233A"/>
          </a:solidFill>
          <a:ln xmlns:a="http://schemas.openxmlformats.org/drawingml/2006/main" w="0">
            <a:solidFill>
              <a:srgbClr val="13233A"/>
            </a:solidFill>
            <a:prstDash val="solid"/>
          </a:ln>
        </p:spPr>
      </p:sp>
      <p:sp>
        <p:nvSpPr>
          <p:cNvPr id="10" name="closing-dgx-main">
            <a:extLst xmlns:a="http://schemas.openxmlformats.org/drawingml/2006/main">
              <a:ext uri="{FF2B5EF4-FFF2-40B4-BE49-F238E27FC236}">
                <a16:creationId xmlns:a16="http://schemas.microsoft.com/office/drawing/2014/main" id="{27D0EAD5-8D9B-4926-888D-6EC143B9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55721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DGX Spark </a:t>
            </a:r>
            <a:r>
              <a:t>让敏感视频留在现场</a:t>
            </a:r>
          </a:p>
        </p:txBody>
      </p:sp>
      <p:sp>
        <p:nvSpPr>
          <p:cNvPr id="11" name="closing-dgx-sub">
            <a:extLst xmlns:a="http://schemas.openxmlformats.org/drawingml/2006/main">
              <a:ext uri="{FF2B5EF4-FFF2-40B4-BE49-F238E27FC236}">
                <a16:creationId xmlns:a16="http://schemas.microsoft.com/office/drawing/2014/main" id="{083E7F03-1382-4D4D-ACCA-DEB371F9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38775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6DCBF4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让专家经验成为可部署、可验证的组织能力</a:t>
            </a:r>
          </a:p>
        </p:txBody>
      </p:sp>
      <p:sp>
        <p:nvSpPr>
          <p:cNvPr id="12" name="closing-footer">
            <a:extLst xmlns:a="http://schemas.openxmlformats.org/drawingml/2006/main">
              <a:ext uri="{FF2B5EF4-FFF2-40B4-BE49-F238E27FC236}">
                <a16:creationId xmlns:a16="http://schemas.microsoft.com/office/drawing/2014/main" id="{96FE9ABD-C549-4AD8-B9C0-4B684527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971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SkillForge 匠传 · N31 Gold v1 · 原生Python P0</a:t>
            </a:r>
          </a:p>
        </p:txBody>
      </p:sp>
      <p:sp>
        <p:nvSpPr>
          <p:cNvPr id="13" name="closing-page">
            <a:extLst xmlns:a="http://schemas.openxmlformats.org/drawingml/2006/main">
              <a:ext uri="{FF2B5EF4-FFF2-40B4-BE49-F238E27FC236}">
                <a16:creationId xmlns:a16="http://schemas.microsoft.com/office/drawing/2014/main" id="{DBB1955E-DFBD-4D8E-8F79-949FE944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  <a:latin typeface="Microsoft YaHei Regular"/>
                <a:ea typeface="Microsoft YaHei Regular"/>
                <a:cs typeface="Microsoft YaHei Regular"/>
              </a:defRPr>
            </a:pPr>
            <a: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169632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2026-07-21T03:29:26.4410000Z</dcterms:created>
  <dcterms:modified xsi:type="dcterms:W3CDTF">2026-07-21T03:29:26.4410000Z</dcterms:modified>
</coreProperties>
</file>